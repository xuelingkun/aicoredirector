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88" r:id="rId3"/>
    <p:sldId id="290" r:id="rId4"/>
    <p:sldId id="257" r:id="rId5"/>
    <p:sldId id="279" r:id="rId6"/>
    <p:sldId id="280" r:id="rId7"/>
    <p:sldId id="281" r:id="rId8"/>
    <p:sldId id="282" r:id="rId9"/>
    <p:sldId id="287" r:id="rId10"/>
    <p:sldId id="284" r:id="rId11"/>
    <p:sldId id="285" r:id="rId12"/>
    <p:sldId id="261" r:id="rId13"/>
    <p:sldId id="262" r:id="rId14"/>
    <p:sldId id="27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59" d="100"/>
          <a:sy n="59" d="100"/>
        </p:scale>
        <p:origin x="1305" y="4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6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9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12700" y="6158416"/>
            <a:ext cx="9144000" cy="240122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11" name="直线连接符 18"/>
          <p:cNvCxnSpPr/>
          <p:nvPr>
            <p:custDataLst>
              <p:tags r:id="rId2"/>
            </p:custDataLst>
          </p:nvPr>
        </p:nvCxnSpPr>
        <p:spPr>
          <a:xfrm>
            <a:off x="983042" y="3218490"/>
            <a:ext cx="608077" cy="0"/>
          </a:xfrm>
          <a:prstGeom prst="line">
            <a:avLst/>
          </a:prstGeom>
          <a:ln>
            <a:solidFill>
              <a:schemeClr val="accent3"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20"/>
          <p:cNvCxnSpPr/>
          <p:nvPr>
            <p:custDataLst>
              <p:tags r:id="rId3"/>
            </p:custDataLst>
          </p:nvPr>
        </p:nvCxnSpPr>
        <p:spPr>
          <a:xfrm>
            <a:off x="7578282" y="3218490"/>
            <a:ext cx="608077" cy="0"/>
          </a:xfrm>
          <a:prstGeom prst="line">
            <a:avLst/>
          </a:prstGeom>
          <a:ln>
            <a:solidFill>
              <a:schemeClr val="accent3"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55335" y="2854522"/>
            <a:ext cx="5433331" cy="748594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90000"/>
              </a:lnSpc>
              <a:defRPr sz="405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55335" y="5554979"/>
            <a:ext cx="5433331" cy="330793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t="269" r="208" b="269"/>
          <a:stretch>
            <a:fillRect/>
          </a:stretch>
        </p:blipFill>
        <p:spPr>
          <a:xfrm>
            <a:off x="1" y="-1"/>
            <a:ext cx="9144000" cy="6858001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-12699" y="-1"/>
            <a:ext cx="9169399" cy="6870701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35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6858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6"/>
          <p:cNvCxnSpPr/>
          <p:nvPr>
            <p:custDataLst>
              <p:tags r:id="rId1"/>
            </p:custDataLst>
          </p:nvPr>
        </p:nvCxnSpPr>
        <p:spPr>
          <a:xfrm>
            <a:off x="4307681" y="3457576"/>
            <a:ext cx="3771816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816937" y="0"/>
            <a:ext cx="31490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669087" y="2611269"/>
            <a:ext cx="1390991" cy="139099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307681" y="2466719"/>
            <a:ext cx="3771816" cy="765740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3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4307681" y="3632342"/>
            <a:ext cx="3771816" cy="34437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28650" y="2369542"/>
            <a:ext cx="3886200" cy="32635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29150" y="2369542"/>
            <a:ext cx="3886200" cy="32635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841" y="530820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29841" y="1847950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9841" y="3062366"/>
            <a:ext cx="3868340" cy="26805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29150" y="1847950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3062366"/>
            <a:ext cx="3887391" cy="26805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0" y="6812281"/>
            <a:ext cx="9144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840" y="657225"/>
            <a:ext cx="3123900" cy="120015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888000" y="1132650"/>
            <a:ext cx="4627800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9840" y="2533849"/>
            <a:ext cx="3123900" cy="28586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2025/8/19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7368363" y="1091605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28650" y="1091605"/>
            <a:ext cx="6659968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28650" y="1246414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3866028" y="1644799"/>
            <a:ext cx="1390991" cy="139099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-28099" y="6025515"/>
            <a:ext cx="9184481" cy="8375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871390" y="3744328"/>
            <a:ext cx="5401220" cy="961358"/>
          </a:xfrm>
        </p:spPr>
        <p:txBody>
          <a:bodyPr>
            <a:normAutofit/>
          </a:bodyPr>
          <a:lstStyle>
            <a:lvl1pPr algn="ctr">
              <a:defRPr sz="405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3865960" y="1969691"/>
            <a:ext cx="1390650" cy="84534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1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文本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8193529" y="5794585"/>
            <a:ext cx="401747" cy="650310"/>
            <a:chOff x="8382000" y="1972236"/>
            <a:chExt cx="865094" cy="1400332"/>
          </a:xfrm>
        </p:grpSpPr>
        <p:sp>
          <p:nvSpPr>
            <p:cNvPr id="8" name="矩形 7"/>
            <p:cNvSpPr/>
            <p:nvPr userDrawn="1">
              <p:custDataLst>
                <p:tags r:id="rId7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 userDrawn="1">
              <p:custDataLst>
                <p:tags r:id="rId8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19600" y="304200"/>
            <a:ext cx="87048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8193529" y="5794585"/>
            <a:ext cx="401747" cy="650310"/>
            <a:chOff x="8382000" y="1972236"/>
            <a:chExt cx="865094" cy="1400332"/>
          </a:xfrm>
        </p:grpSpPr>
        <p:sp>
          <p:nvSpPr>
            <p:cNvPr id="10" name="矩形 9"/>
            <p:cNvSpPr/>
            <p:nvPr userDrawn="1">
              <p:custDataLst>
                <p:tags r:id="rId9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 userDrawn="1">
              <p:custDataLst>
                <p:tags r:id="rId10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7595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976230" y="5794585"/>
            <a:ext cx="401747" cy="650310"/>
            <a:chOff x="8382000" y="1972236"/>
            <a:chExt cx="865094" cy="1400332"/>
          </a:xfrm>
        </p:grpSpPr>
        <p:sp>
          <p:nvSpPr>
            <p:cNvPr id="12" name="矩形 11"/>
            <p:cNvSpPr/>
            <p:nvPr userDrawn="1">
              <p:custDataLst>
                <p:tags r:id="rId10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矩形 12"/>
            <p:cNvSpPr/>
            <p:nvPr userDrawn="1">
              <p:custDataLst>
                <p:tags r:id="rId11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40100" y="22756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3825900" y="1405930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59000" y="17631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59581" y="32368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8193529" y="5794585"/>
            <a:ext cx="401747" cy="650310"/>
            <a:chOff x="8382000" y="1972236"/>
            <a:chExt cx="865094" cy="1400332"/>
          </a:xfrm>
        </p:grpSpPr>
        <p:sp>
          <p:nvSpPr>
            <p:cNvPr id="11" name="矩形 10"/>
            <p:cNvSpPr/>
            <p:nvPr userDrawn="1">
              <p:custDataLst>
                <p:tags r:id="rId9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矩形 9"/>
            <p:cNvSpPr/>
            <p:nvPr userDrawn="1">
              <p:custDataLst>
                <p:tags r:id="rId10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74025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20826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3068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88451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92846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20250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9144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9108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40698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8650" y="113109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2865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4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4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slideLayout" Target="../slideLayouts/slideLayout13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slideLayout" Target="../slideLayouts/slideLayout18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26" Type="http://schemas.openxmlformats.org/officeDocument/2006/relationships/tags" Target="../tags/tag204.xml"/><Relationship Id="rId3" Type="http://schemas.openxmlformats.org/officeDocument/2006/relationships/tags" Target="../tags/tag181.xml"/><Relationship Id="rId21" Type="http://schemas.openxmlformats.org/officeDocument/2006/relationships/tags" Target="../tags/tag199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25" Type="http://schemas.openxmlformats.org/officeDocument/2006/relationships/tags" Target="../tags/tag203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20" Type="http://schemas.openxmlformats.org/officeDocument/2006/relationships/tags" Target="../tags/tag198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24" Type="http://schemas.openxmlformats.org/officeDocument/2006/relationships/tags" Target="../tags/tag202.xml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23" Type="http://schemas.openxmlformats.org/officeDocument/2006/relationships/tags" Target="../tags/tag201.xml"/><Relationship Id="rId10" Type="http://schemas.openxmlformats.org/officeDocument/2006/relationships/tags" Target="../tags/tag188.xml"/><Relationship Id="rId19" Type="http://schemas.openxmlformats.org/officeDocument/2006/relationships/tags" Target="../tags/tag197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Relationship Id="rId22" Type="http://schemas.openxmlformats.org/officeDocument/2006/relationships/tags" Target="../tags/tag200.xml"/><Relationship Id="rId27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13" Type="http://schemas.openxmlformats.org/officeDocument/2006/relationships/tags" Target="../tags/tag217.xml"/><Relationship Id="rId18" Type="http://schemas.openxmlformats.org/officeDocument/2006/relationships/tags" Target="../tags/tag222.xml"/><Relationship Id="rId26" Type="http://schemas.openxmlformats.org/officeDocument/2006/relationships/tags" Target="../tags/tag230.xml"/><Relationship Id="rId3" Type="http://schemas.openxmlformats.org/officeDocument/2006/relationships/tags" Target="../tags/tag207.xml"/><Relationship Id="rId21" Type="http://schemas.openxmlformats.org/officeDocument/2006/relationships/tags" Target="../tags/tag225.xml"/><Relationship Id="rId7" Type="http://schemas.openxmlformats.org/officeDocument/2006/relationships/tags" Target="../tags/tag211.xml"/><Relationship Id="rId12" Type="http://schemas.openxmlformats.org/officeDocument/2006/relationships/tags" Target="../tags/tag216.xml"/><Relationship Id="rId17" Type="http://schemas.openxmlformats.org/officeDocument/2006/relationships/tags" Target="../tags/tag221.xml"/><Relationship Id="rId25" Type="http://schemas.openxmlformats.org/officeDocument/2006/relationships/tags" Target="../tags/tag229.xml"/><Relationship Id="rId2" Type="http://schemas.openxmlformats.org/officeDocument/2006/relationships/tags" Target="../tags/tag206.xml"/><Relationship Id="rId16" Type="http://schemas.openxmlformats.org/officeDocument/2006/relationships/tags" Target="../tags/tag220.xml"/><Relationship Id="rId20" Type="http://schemas.openxmlformats.org/officeDocument/2006/relationships/tags" Target="../tags/tag224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tags" Target="../tags/tag215.xml"/><Relationship Id="rId24" Type="http://schemas.openxmlformats.org/officeDocument/2006/relationships/tags" Target="../tags/tag228.xml"/><Relationship Id="rId5" Type="http://schemas.openxmlformats.org/officeDocument/2006/relationships/tags" Target="../tags/tag209.xml"/><Relationship Id="rId15" Type="http://schemas.openxmlformats.org/officeDocument/2006/relationships/tags" Target="../tags/tag219.xml"/><Relationship Id="rId23" Type="http://schemas.openxmlformats.org/officeDocument/2006/relationships/tags" Target="../tags/tag227.xml"/><Relationship Id="rId28" Type="http://schemas.openxmlformats.org/officeDocument/2006/relationships/slideLayout" Target="../slideLayouts/slideLayout18.xml"/><Relationship Id="rId10" Type="http://schemas.openxmlformats.org/officeDocument/2006/relationships/tags" Target="../tags/tag214.xml"/><Relationship Id="rId19" Type="http://schemas.openxmlformats.org/officeDocument/2006/relationships/tags" Target="../tags/tag223.xml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tags" Target="../tags/tag218.xml"/><Relationship Id="rId22" Type="http://schemas.openxmlformats.org/officeDocument/2006/relationships/tags" Target="../tags/tag226.xml"/><Relationship Id="rId27" Type="http://schemas.openxmlformats.org/officeDocument/2006/relationships/tags" Target="../tags/tag23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34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18" Type="http://schemas.openxmlformats.org/officeDocument/2006/relationships/tags" Target="../tags/tag255.xml"/><Relationship Id="rId26" Type="http://schemas.openxmlformats.org/officeDocument/2006/relationships/tags" Target="../tags/tag263.xml"/><Relationship Id="rId3" Type="http://schemas.openxmlformats.org/officeDocument/2006/relationships/tags" Target="../tags/tag240.xml"/><Relationship Id="rId21" Type="http://schemas.openxmlformats.org/officeDocument/2006/relationships/tags" Target="../tags/tag258.xml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17" Type="http://schemas.openxmlformats.org/officeDocument/2006/relationships/tags" Target="../tags/tag254.xml"/><Relationship Id="rId25" Type="http://schemas.openxmlformats.org/officeDocument/2006/relationships/tags" Target="../tags/tag262.xml"/><Relationship Id="rId2" Type="http://schemas.openxmlformats.org/officeDocument/2006/relationships/tags" Target="../tags/tag239.xml"/><Relationship Id="rId16" Type="http://schemas.openxmlformats.org/officeDocument/2006/relationships/tags" Target="../tags/tag253.xml"/><Relationship Id="rId20" Type="http://schemas.openxmlformats.org/officeDocument/2006/relationships/tags" Target="../tags/tag257.xml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24" Type="http://schemas.openxmlformats.org/officeDocument/2006/relationships/tags" Target="../tags/tag261.xml"/><Relationship Id="rId5" Type="http://schemas.openxmlformats.org/officeDocument/2006/relationships/tags" Target="../tags/tag242.xml"/><Relationship Id="rId15" Type="http://schemas.openxmlformats.org/officeDocument/2006/relationships/tags" Target="../tags/tag252.xml"/><Relationship Id="rId23" Type="http://schemas.openxmlformats.org/officeDocument/2006/relationships/tags" Target="../tags/tag260.xml"/><Relationship Id="rId10" Type="http://schemas.openxmlformats.org/officeDocument/2006/relationships/tags" Target="../tags/tag247.xml"/><Relationship Id="rId19" Type="http://schemas.openxmlformats.org/officeDocument/2006/relationships/tags" Target="../tags/tag256.xml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tags" Target="../tags/tag251.xml"/><Relationship Id="rId22" Type="http://schemas.openxmlformats.org/officeDocument/2006/relationships/tags" Target="../tags/tag259.xml"/><Relationship Id="rId27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1.xml"/><Relationship Id="rId13" Type="http://schemas.openxmlformats.org/officeDocument/2006/relationships/slideLayout" Target="../slideLayouts/slideLayout18.xml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12" Type="http://schemas.openxmlformats.org/officeDocument/2006/relationships/tags" Target="../tags/tag275.xml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11" Type="http://schemas.openxmlformats.org/officeDocument/2006/relationships/tags" Target="../tags/tag274.xml"/><Relationship Id="rId5" Type="http://schemas.openxmlformats.org/officeDocument/2006/relationships/tags" Target="../tags/tag268.xml"/><Relationship Id="rId10" Type="http://schemas.openxmlformats.org/officeDocument/2006/relationships/tags" Target="../tags/tag273.xml"/><Relationship Id="rId4" Type="http://schemas.openxmlformats.org/officeDocument/2006/relationships/tags" Target="../tags/tag267.xml"/><Relationship Id="rId9" Type="http://schemas.openxmlformats.org/officeDocument/2006/relationships/tags" Target="../tags/tag27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280.xml"/><Relationship Id="rId4" Type="http://schemas.openxmlformats.org/officeDocument/2006/relationships/tags" Target="../tags/tag27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285.xml"/><Relationship Id="rId4" Type="http://schemas.openxmlformats.org/officeDocument/2006/relationships/tags" Target="../tags/tag28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290.xml"/><Relationship Id="rId4" Type="http://schemas.openxmlformats.org/officeDocument/2006/relationships/tags" Target="../tags/tag28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5" Type="http://schemas.openxmlformats.org/officeDocument/2006/relationships/image" Target="../media/image3.GIF"/><Relationship Id="rId4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82040" y="1683385"/>
            <a:ext cx="7244715" cy="163893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《企业AI能力中枢—AICoreNexus》</a:t>
            </a:r>
            <a:br>
              <a:rPr sz="3000"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</a:br>
            <a:br>
              <a:rPr sz="3000"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</a:br>
            <a:r>
              <a:rPr sz="3000"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顶层设计(愿景·目标·蓝图)</a:t>
            </a:r>
          </a:p>
        </p:txBody>
      </p:sp>
      <p:sp>
        <p:nvSpPr>
          <p:cNvPr id="2" name="副标题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62660" y="4222115"/>
            <a:ext cx="7244715" cy="123888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3000" b="1" spc="160" dirty="0" err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张子彪</a:t>
            </a: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3000" b="1" spc="160" dirty="0" err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2025-08-10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09980" y="1399922"/>
            <a:ext cx="7244715" cy="4402067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ct val="100000"/>
            </a:pPr>
            <a:r>
              <a:rPr lang="zh-CN" altLang="en-US" sz="3000" b="1" spc="16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各类模型 统一调度与治理</a:t>
            </a:r>
            <a:endParaRPr lang="en-US" altLang="zh-CN" sz="3000" b="1" spc="16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>
              <a:spcBef>
                <a:spcPts val="0"/>
              </a:spcBef>
              <a:buSzPct val="100000"/>
            </a:pPr>
            <a:endParaRPr lang="en-US" altLang="zh-CN" sz="3000" b="1" spc="16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>
              <a:spcBef>
                <a:spcPts val="0"/>
              </a:spcBef>
              <a:buSzPct val="100000"/>
            </a:pPr>
            <a:r>
              <a:rPr lang="zh-CN" altLang="en-US" sz="3000" b="1" spc="16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智能资产 持续沉淀与演进</a:t>
            </a:r>
            <a:endParaRPr sz="3000" b="1" spc="160" dirty="0" err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" name="标题 16">
            <a:extLst>
              <a:ext uri="{FF2B5EF4-FFF2-40B4-BE49-F238E27FC236}">
                <a16:creationId xmlns:a16="http://schemas.microsoft.com/office/drawing/2014/main" id="{A9C74613-7F81-F43C-3C6B-49586A51A820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97255" y="492125"/>
            <a:ext cx="4132580" cy="757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spc="16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价值主张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 34"/>
          <p:cNvSpPr/>
          <p:nvPr>
            <p:custDataLst>
              <p:tags r:id="rId2"/>
            </p:custDataLst>
          </p:nvPr>
        </p:nvSpPr>
        <p:spPr>
          <a:xfrm>
            <a:off x="2030095" y="1446530"/>
            <a:ext cx="6531610" cy="1422400"/>
          </a:xfrm>
          <a:custGeom>
            <a:avLst/>
            <a:gdLst>
              <a:gd name="adj" fmla="val 15604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715" h="2436">
                <a:moveTo>
                  <a:pt x="1199" y="0"/>
                </a:moveTo>
                <a:lnTo>
                  <a:pt x="12516" y="0"/>
                </a:lnTo>
                <a:cubicBezTo>
                  <a:pt x="13178" y="0"/>
                  <a:pt x="13715" y="537"/>
                  <a:pt x="13715" y="1199"/>
                </a:cubicBezTo>
                <a:lnTo>
                  <a:pt x="13715" y="2436"/>
                </a:lnTo>
                <a:lnTo>
                  <a:pt x="1586" y="2436"/>
                </a:lnTo>
                <a:lnTo>
                  <a:pt x="1568" y="2406"/>
                </a:lnTo>
                <a:cubicBezTo>
                  <a:pt x="1220" y="1839"/>
                  <a:pt x="670" y="1409"/>
                  <a:pt x="17" y="1216"/>
                </a:cubicBezTo>
                <a:lnTo>
                  <a:pt x="0" y="1211"/>
                </a:lnTo>
                <a:lnTo>
                  <a:pt x="0" y="1199"/>
                </a:lnTo>
                <a:cubicBezTo>
                  <a:pt x="0" y="537"/>
                  <a:pt x="537" y="0"/>
                  <a:pt x="1199" y="0"/>
                </a:cubicBezTo>
                <a:close/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80135" rIns="68580" numCol="1" spcCol="0" rtlCol="0" fromWordArt="0" anchor="ctr" anchorCtr="1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企业级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能力的统一治理平台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统一入口：标准化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API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，屏蔽底层差异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智能调度：多维度路由，自动负载均衡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集中管控：统一监控、成本、权限治理</a:t>
            </a:r>
          </a:p>
        </p:txBody>
      </p:sp>
      <p:sp>
        <p:nvSpPr>
          <p:cNvPr id="36" name="任意多边形 35"/>
          <p:cNvSpPr/>
          <p:nvPr>
            <p:custDataLst>
              <p:tags r:id="rId3"/>
            </p:custDataLst>
          </p:nvPr>
        </p:nvSpPr>
        <p:spPr>
          <a:xfrm>
            <a:off x="2030095" y="4633595"/>
            <a:ext cx="6531610" cy="1364615"/>
          </a:xfrm>
          <a:custGeom>
            <a:avLst/>
            <a:gdLst>
              <a:gd name="adj" fmla="val 15604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715" h="2435">
                <a:moveTo>
                  <a:pt x="1569" y="0"/>
                </a:moveTo>
                <a:lnTo>
                  <a:pt x="13715" y="0"/>
                </a:lnTo>
                <a:lnTo>
                  <a:pt x="13715" y="1236"/>
                </a:lnTo>
                <a:cubicBezTo>
                  <a:pt x="13715" y="1898"/>
                  <a:pt x="13178" y="2435"/>
                  <a:pt x="12516" y="2435"/>
                </a:cubicBezTo>
                <a:lnTo>
                  <a:pt x="1199" y="2435"/>
                </a:lnTo>
                <a:cubicBezTo>
                  <a:pt x="537" y="2435"/>
                  <a:pt x="0" y="1898"/>
                  <a:pt x="0" y="1236"/>
                </a:cubicBezTo>
                <a:lnTo>
                  <a:pt x="0" y="1196"/>
                </a:lnTo>
                <a:lnTo>
                  <a:pt x="17" y="1191"/>
                </a:lnTo>
                <a:cubicBezTo>
                  <a:pt x="670" y="998"/>
                  <a:pt x="1220" y="568"/>
                  <a:pt x="1568" y="1"/>
                </a:cubicBezTo>
                <a:lnTo>
                  <a:pt x="1569" y="0"/>
                </a:lnTo>
                <a:close/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3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80135" rIns="68580" numCol="1" spcCol="0" rtlCol="0" fromWordArt="0" anchor="ctr" anchorCtr="1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成为企业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治理的生态化平台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                                                                     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对内：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能力统一治理与运营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对外：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生态开放与能力输出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共建：插件生态与能力市场</a:t>
            </a:r>
          </a:p>
        </p:txBody>
      </p:sp>
      <p:sp>
        <p:nvSpPr>
          <p:cNvPr id="37" name="任意多边形 36"/>
          <p:cNvSpPr/>
          <p:nvPr>
            <p:custDataLst>
              <p:tags r:id="rId4"/>
            </p:custDataLst>
          </p:nvPr>
        </p:nvSpPr>
        <p:spPr>
          <a:xfrm>
            <a:off x="2921635" y="3027680"/>
            <a:ext cx="5892165" cy="14255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41" h="2436">
                <a:moveTo>
                  <a:pt x="14" y="0"/>
                </a:moveTo>
                <a:lnTo>
                  <a:pt x="12041" y="0"/>
                </a:lnTo>
                <a:lnTo>
                  <a:pt x="12041" y="2436"/>
                </a:lnTo>
                <a:lnTo>
                  <a:pt x="0" y="2436"/>
                </a:lnTo>
                <a:cubicBezTo>
                  <a:pt x="189" y="2066"/>
                  <a:pt x="295" y="1647"/>
                  <a:pt x="295" y="1204"/>
                </a:cubicBezTo>
                <a:cubicBezTo>
                  <a:pt x="295" y="780"/>
                  <a:pt x="198" y="378"/>
                  <a:pt x="24" y="20"/>
                </a:cubicBez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2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863917" rIns="68580" numCol="1" spcCol="0" rtlCol="0" fromWordArt="0" anchor="ctr" anchorCtr="1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让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能力集成从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复杂分散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统一智能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•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解决：多源异构、难以治理、难以度量、难以复用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•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实现：标准化接入、智能化调度、统一化治理、生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态化扩展</a:t>
            </a:r>
          </a:p>
        </p:txBody>
      </p:sp>
      <p:sp>
        <p:nvSpPr>
          <p:cNvPr id="5" name="椭圆 4"/>
          <p:cNvSpPr/>
          <p:nvPr>
            <p:custDataLst>
              <p:tags r:id="rId5"/>
            </p:custDataLst>
          </p:nvPr>
        </p:nvSpPr>
        <p:spPr>
          <a:xfrm>
            <a:off x="2592623" y="2093189"/>
            <a:ext cx="383400" cy="383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6" name="椭圆 5"/>
          <p:cNvSpPr/>
          <p:nvPr>
            <p:custDataLst>
              <p:tags r:id="rId6"/>
            </p:custDataLst>
          </p:nvPr>
        </p:nvSpPr>
        <p:spPr>
          <a:xfrm>
            <a:off x="3181585" y="3527146"/>
            <a:ext cx="383400" cy="3834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2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7" name="椭圆 6"/>
          <p:cNvSpPr/>
          <p:nvPr>
            <p:custDataLst>
              <p:tags r:id="rId7"/>
            </p:custDataLst>
          </p:nvPr>
        </p:nvSpPr>
        <p:spPr>
          <a:xfrm>
            <a:off x="2730418" y="4794241"/>
            <a:ext cx="383400" cy="383400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3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41" name="对象7"/>
          <p:cNvSpPr/>
          <p:nvPr>
            <p:custDataLst>
              <p:tags r:id="rId8"/>
            </p:custDataLst>
          </p:nvPr>
        </p:nvSpPr>
        <p:spPr>
          <a:xfrm>
            <a:off x="629285" y="2863850"/>
            <a:ext cx="1964055" cy="1769745"/>
          </a:xfrm>
          <a:custGeom>
            <a:avLst/>
            <a:gdLst/>
            <a:ahLst/>
            <a:cxnLst/>
            <a:rect l="l" t="t" r="r" b="b"/>
            <a:pathLst>
              <a:path w="1929384" h="1929384">
                <a:moveTo>
                  <a:pt x="923544" y="0"/>
                </a:moveTo>
                <a:cubicBezTo>
                  <a:pt x="941832" y="0"/>
                  <a:pt x="950976" y="0"/>
                  <a:pt x="969264" y="0"/>
                </a:cubicBezTo>
                <a:cubicBezTo>
                  <a:pt x="978408" y="0"/>
                  <a:pt x="987552" y="0"/>
                  <a:pt x="1005840" y="0"/>
                </a:cubicBezTo>
                <a:lnTo>
                  <a:pt x="1005840" y="9144"/>
                </a:lnTo>
                <a:cubicBezTo>
                  <a:pt x="987552" y="9144"/>
                  <a:pt x="978408" y="9144"/>
                  <a:pt x="969264" y="9144"/>
                </a:cubicBezTo>
                <a:cubicBezTo>
                  <a:pt x="950976" y="9144"/>
                  <a:pt x="941832" y="9144"/>
                  <a:pt x="923544" y="9144"/>
                </a:cubicBezTo>
                <a:lnTo>
                  <a:pt x="923544" y="0"/>
                </a:lnTo>
                <a:moveTo>
                  <a:pt x="777240" y="18288"/>
                </a:moveTo>
                <a:cubicBezTo>
                  <a:pt x="804672" y="9144"/>
                  <a:pt x="822960" y="9144"/>
                  <a:pt x="850392" y="9144"/>
                </a:cubicBezTo>
                <a:lnTo>
                  <a:pt x="850392" y="18288"/>
                </a:lnTo>
                <a:cubicBezTo>
                  <a:pt x="832104" y="18288"/>
                  <a:pt x="804672" y="27432"/>
                  <a:pt x="777240" y="27432"/>
                </a:cubicBezTo>
                <a:lnTo>
                  <a:pt x="777240" y="18288"/>
                </a:lnTo>
                <a:moveTo>
                  <a:pt x="1078992" y="9144"/>
                </a:moveTo>
                <a:cubicBezTo>
                  <a:pt x="1106424" y="9144"/>
                  <a:pt x="1124712" y="9144"/>
                  <a:pt x="1152144" y="18288"/>
                </a:cubicBezTo>
                <a:lnTo>
                  <a:pt x="1152144" y="27432"/>
                </a:lnTo>
                <a:cubicBezTo>
                  <a:pt x="1124712" y="27432"/>
                  <a:pt x="1106424" y="18288"/>
                  <a:pt x="1078992" y="18288"/>
                </a:cubicBezTo>
                <a:lnTo>
                  <a:pt x="1078992" y="9144"/>
                </a:lnTo>
                <a:moveTo>
                  <a:pt x="630936" y="54864"/>
                </a:moveTo>
                <a:cubicBezTo>
                  <a:pt x="658368" y="54864"/>
                  <a:pt x="676656" y="45720"/>
                  <a:pt x="704088" y="36576"/>
                </a:cubicBezTo>
                <a:lnTo>
                  <a:pt x="704088" y="45720"/>
                </a:lnTo>
                <a:cubicBezTo>
                  <a:pt x="685800" y="54864"/>
                  <a:pt x="658368" y="64008"/>
                  <a:pt x="630936" y="73152"/>
                </a:cubicBezTo>
                <a:lnTo>
                  <a:pt x="630936" y="54864"/>
                </a:lnTo>
                <a:moveTo>
                  <a:pt x="1225296" y="36576"/>
                </a:moveTo>
                <a:cubicBezTo>
                  <a:pt x="1252728" y="45720"/>
                  <a:pt x="1271016" y="54864"/>
                  <a:pt x="1298448" y="54864"/>
                </a:cubicBezTo>
                <a:lnTo>
                  <a:pt x="1298448" y="73152"/>
                </a:lnTo>
                <a:cubicBezTo>
                  <a:pt x="1271016" y="64008"/>
                  <a:pt x="1243584" y="54864"/>
                  <a:pt x="1225296" y="45720"/>
                </a:cubicBezTo>
                <a:lnTo>
                  <a:pt x="1225296" y="36576"/>
                </a:lnTo>
                <a:moveTo>
                  <a:pt x="1371600" y="91440"/>
                </a:moveTo>
                <a:cubicBezTo>
                  <a:pt x="1389888" y="100584"/>
                  <a:pt x="1417320" y="109728"/>
                  <a:pt x="1435608" y="118872"/>
                </a:cubicBezTo>
                <a:lnTo>
                  <a:pt x="1426464" y="137160"/>
                </a:lnTo>
                <a:cubicBezTo>
                  <a:pt x="1408176" y="118872"/>
                  <a:pt x="1389888" y="109728"/>
                  <a:pt x="1362456" y="100584"/>
                </a:cubicBezTo>
                <a:lnTo>
                  <a:pt x="1371600" y="91440"/>
                </a:lnTo>
                <a:moveTo>
                  <a:pt x="493776" y="118872"/>
                </a:moveTo>
                <a:cubicBezTo>
                  <a:pt x="512064" y="109728"/>
                  <a:pt x="539496" y="100584"/>
                  <a:pt x="557784" y="91440"/>
                </a:cubicBezTo>
                <a:lnTo>
                  <a:pt x="566928" y="100584"/>
                </a:lnTo>
                <a:cubicBezTo>
                  <a:pt x="539496" y="109728"/>
                  <a:pt x="521208" y="118872"/>
                  <a:pt x="502920" y="137160"/>
                </a:cubicBezTo>
                <a:lnTo>
                  <a:pt x="493776" y="118872"/>
                </a:lnTo>
                <a:moveTo>
                  <a:pt x="1499616" y="164592"/>
                </a:moveTo>
                <a:cubicBezTo>
                  <a:pt x="1517904" y="173736"/>
                  <a:pt x="1545336" y="192024"/>
                  <a:pt x="1563624" y="210312"/>
                </a:cubicBezTo>
                <a:lnTo>
                  <a:pt x="1554480" y="219456"/>
                </a:lnTo>
                <a:cubicBezTo>
                  <a:pt x="1536192" y="201168"/>
                  <a:pt x="1517904" y="182880"/>
                  <a:pt x="1490472" y="173736"/>
                </a:cubicBezTo>
                <a:lnTo>
                  <a:pt x="1499616" y="164592"/>
                </a:lnTo>
                <a:moveTo>
                  <a:pt x="365760" y="210312"/>
                </a:moveTo>
                <a:cubicBezTo>
                  <a:pt x="384048" y="192024"/>
                  <a:pt x="411480" y="173736"/>
                  <a:pt x="429768" y="164592"/>
                </a:cubicBezTo>
                <a:lnTo>
                  <a:pt x="438912" y="173736"/>
                </a:lnTo>
                <a:cubicBezTo>
                  <a:pt x="411480" y="182880"/>
                  <a:pt x="393192" y="201168"/>
                  <a:pt x="374904" y="219456"/>
                </a:cubicBezTo>
                <a:lnTo>
                  <a:pt x="365760" y="210312"/>
                </a:lnTo>
                <a:moveTo>
                  <a:pt x="1618488" y="256032"/>
                </a:moveTo>
                <a:cubicBezTo>
                  <a:pt x="1636776" y="274320"/>
                  <a:pt x="1655064" y="292608"/>
                  <a:pt x="1673352" y="310896"/>
                </a:cubicBezTo>
                <a:lnTo>
                  <a:pt x="1664208" y="320040"/>
                </a:lnTo>
                <a:cubicBezTo>
                  <a:pt x="1645920" y="301752"/>
                  <a:pt x="1627632" y="283464"/>
                  <a:pt x="1609344" y="265176"/>
                </a:cubicBezTo>
                <a:lnTo>
                  <a:pt x="1618488" y="256032"/>
                </a:lnTo>
                <a:moveTo>
                  <a:pt x="256032" y="310896"/>
                </a:moveTo>
                <a:cubicBezTo>
                  <a:pt x="274320" y="292608"/>
                  <a:pt x="292608" y="274320"/>
                  <a:pt x="310896" y="256032"/>
                </a:cubicBezTo>
                <a:lnTo>
                  <a:pt x="320040" y="265176"/>
                </a:lnTo>
                <a:cubicBezTo>
                  <a:pt x="301752" y="283464"/>
                  <a:pt x="283464" y="301752"/>
                  <a:pt x="265176" y="320040"/>
                </a:cubicBezTo>
                <a:lnTo>
                  <a:pt x="256032" y="310896"/>
                </a:lnTo>
                <a:moveTo>
                  <a:pt x="1719072" y="365760"/>
                </a:moveTo>
                <a:cubicBezTo>
                  <a:pt x="1737360" y="384048"/>
                  <a:pt x="1755648" y="411480"/>
                  <a:pt x="1764792" y="429768"/>
                </a:cubicBezTo>
                <a:lnTo>
                  <a:pt x="1755648" y="438912"/>
                </a:lnTo>
                <a:cubicBezTo>
                  <a:pt x="1746504" y="411480"/>
                  <a:pt x="1728216" y="393192"/>
                  <a:pt x="1709928" y="374904"/>
                </a:cubicBezTo>
                <a:lnTo>
                  <a:pt x="1719072" y="365760"/>
                </a:lnTo>
                <a:moveTo>
                  <a:pt x="164592" y="429768"/>
                </a:moveTo>
                <a:cubicBezTo>
                  <a:pt x="173736" y="411480"/>
                  <a:pt x="192024" y="384048"/>
                  <a:pt x="210312" y="365760"/>
                </a:cubicBezTo>
                <a:lnTo>
                  <a:pt x="219456" y="374904"/>
                </a:lnTo>
                <a:cubicBezTo>
                  <a:pt x="201168" y="393192"/>
                  <a:pt x="182880" y="411480"/>
                  <a:pt x="173736" y="438912"/>
                </a:cubicBezTo>
                <a:lnTo>
                  <a:pt x="164592" y="429768"/>
                </a:lnTo>
                <a:moveTo>
                  <a:pt x="1810512" y="493776"/>
                </a:moveTo>
                <a:cubicBezTo>
                  <a:pt x="1819656" y="512064"/>
                  <a:pt x="1828800" y="539496"/>
                  <a:pt x="1837944" y="557784"/>
                </a:cubicBezTo>
                <a:lnTo>
                  <a:pt x="1828800" y="566928"/>
                </a:lnTo>
                <a:cubicBezTo>
                  <a:pt x="1819656" y="539496"/>
                  <a:pt x="1810512" y="521208"/>
                  <a:pt x="1792224" y="502920"/>
                </a:cubicBezTo>
                <a:lnTo>
                  <a:pt x="1810512" y="493776"/>
                </a:lnTo>
                <a:moveTo>
                  <a:pt x="91440" y="557784"/>
                </a:moveTo>
                <a:cubicBezTo>
                  <a:pt x="100584" y="539496"/>
                  <a:pt x="109728" y="512064"/>
                  <a:pt x="118872" y="493776"/>
                </a:cubicBezTo>
                <a:lnTo>
                  <a:pt x="137160" y="502920"/>
                </a:lnTo>
                <a:cubicBezTo>
                  <a:pt x="118872" y="521208"/>
                  <a:pt x="109728" y="539496"/>
                  <a:pt x="100584" y="566928"/>
                </a:cubicBezTo>
                <a:lnTo>
                  <a:pt x="91440" y="557784"/>
                </a:lnTo>
                <a:moveTo>
                  <a:pt x="1874520" y="630936"/>
                </a:moveTo>
                <a:cubicBezTo>
                  <a:pt x="1883664" y="658368"/>
                  <a:pt x="1883664" y="676656"/>
                  <a:pt x="1892808" y="704088"/>
                </a:cubicBezTo>
                <a:lnTo>
                  <a:pt x="1883664" y="704088"/>
                </a:lnTo>
                <a:cubicBezTo>
                  <a:pt x="1874520" y="685800"/>
                  <a:pt x="1865376" y="658368"/>
                  <a:pt x="1856232" y="630936"/>
                </a:cubicBezTo>
                <a:lnTo>
                  <a:pt x="1874520" y="630936"/>
                </a:lnTo>
                <a:moveTo>
                  <a:pt x="36576" y="704088"/>
                </a:moveTo>
                <a:cubicBezTo>
                  <a:pt x="45720" y="676656"/>
                  <a:pt x="54864" y="658368"/>
                  <a:pt x="64008" y="630936"/>
                </a:cubicBezTo>
                <a:lnTo>
                  <a:pt x="73152" y="630936"/>
                </a:lnTo>
                <a:cubicBezTo>
                  <a:pt x="64008" y="658368"/>
                  <a:pt x="54864" y="685800"/>
                  <a:pt x="45720" y="704088"/>
                </a:cubicBezTo>
                <a:lnTo>
                  <a:pt x="36576" y="704088"/>
                </a:lnTo>
                <a:moveTo>
                  <a:pt x="1911096" y="777240"/>
                </a:moveTo>
                <a:cubicBezTo>
                  <a:pt x="1920240" y="804672"/>
                  <a:pt x="1920240" y="822960"/>
                  <a:pt x="1920240" y="850392"/>
                </a:cubicBezTo>
                <a:lnTo>
                  <a:pt x="1911096" y="850392"/>
                </a:lnTo>
                <a:cubicBezTo>
                  <a:pt x="1911096" y="832104"/>
                  <a:pt x="1901952" y="804672"/>
                  <a:pt x="1901952" y="777240"/>
                </a:cubicBezTo>
                <a:lnTo>
                  <a:pt x="1911096" y="777240"/>
                </a:lnTo>
                <a:moveTo>
                  <a:pt x="9144" y="850392"/>
                </a:moveTo>
                <a:cubicBezTo>
                  <a:pt x="9144" y="822960"/>
                  <a:pt x="9144" y="804672"/>
                  <a:pt x="18288" y="777240"/>
                </a:cubicBezTo>
                <a:lnTo>
                  <a:pt x="27432" y="777240"/>
                </a:lnTo>
                <a:cubicBezTo>
                  <a:pt x="27432" y="804672"/>
                  <a:pt x="18288" y="832104"/>
                  <a:pt x="18288" y="850392"/>
                </a:cubicBezTo>
                <a:lnTo>
                  <a:pt x="9144" y="850392"/>
                </a:lnTo>
                <a:moveTo>
                  <a:pt x="1929384" y="923544"/>
                </a:moveTo>
                <a:cubicBezTo>
                  <a:pt x="1929384" y="941832"/>
                  <a:pt x="1929384" y="950976"/>
                  <a:pt x="1929384" y="960120"/>
                </a:cubicBezTo>
                <a:cubicBezTo>
                  <a:pt x="1929384" y="978408"/>
                  <a:pt x="1929384" y="987552"/>
                  <a:pt x="1929384" y="1005840"/>
                </a:cubicBezTo>
                <a:lnTo>
                  <a:pt x="1920240" y="1005840"/>
                </a:lnTo>
                <a:cubicBezTo>
                  <a:pt x="1920240" y="987552"/>
                  <a:pt x="1920240" y="978408"/>
                  <a:pt x="1920240" y="960120"/>
                </a:cubicBezTo>
                <a:cubicBezTo>
                  <a:pt x="1920240" y="950976"/>
                  <a:pt x="1920240" y="941832"/>
                  <a:pt x="1920240" y="923544"/>
                </a:cubicBezTo>
                <a:lnTo>
                  <a:pt x="1929384" y="923544"/>
                </a:lnTo>
                <a:moveTo>
                  <a:pt x="0" y="960120"/>
                </a:moveTo>
                <a:cubicBezTo>
                  <a:pt x="0" y="950976"/>
                  <a:pt x="0" y="941832"/>
                  <a:pt x="0" y="923544"/>
                </a:cubicBezTo>
                <a:lnTo>
                  <a:pt x="9144" y="923544"/>
                </a:lnTo>
                <a:cubicBezTo>
                  <a:pt x="9144" y="941832"/>
                  <a:pt x="9144" y="950976"/>
                  <a:pt x="9144" y="960120"/>
                </a:cubicBezTo>
                <a:cubicBezTo>
                  <a:pt x="9144" y="978408"/>
                  <a:pt x="9144" y="987552"/>
                  <a:pt x="9144" y="1005840"/>
                </a:cubicBezTo>
                <a:lnTo>
                  <a:pt x="0" y="1005840"/>
                </a:lnTo>
                <a:cubicBezTo>
                  <a:pt x="0" y="987552"/>
                  <a:pt x="0" y="978408"/>
                  <a:pt x="0" y="960120"/>
                </a:cubicBezTo>
                <a:moveTo>
                  <a:pt x="1920240" y="1078992"/>
                </a:moveTo>
                <a:cubicBezTo>
                  <a:pt x="1920240" y="1106424"/>
                  <a:pt x="1920240" y="1124712"/>
                  <a:pt x="1911096" y="1152144"/>
                </a:cubicBezTo>
                <a:lnTo>
                  <a:pt x="1901952" y="1152144"/>
                </a:lnTo>
                <a:cubicBezTo>
                  <a:pt x="1901952" y="1124712"/>
                  <a:pt x="1911096" y="1097280"/>
                  <a:pt x="1911096" y="1078992"/>
                </a:cubicBezTo>
                <a:lnTo>
                  <a:pt x="1920240" y="1078992"/>
                </a:lnTo>
                <a:moveTo>
                  <a:pt x="18288" y="1152144"/>
                </a:moveTo>
                <a:cubicBezTo>
                  <a:pt x="9144" y="1124712"/>
                  <a:pt x="9144" y="1106424"/>
                  <a:pt x="9144" y="1078992"/>
                </a:cubicBezTo>
                <a:lnTo>
                  <a:pt x="18288" y="1078992"/>
                </a:lnTo>
                <a:cubicBezTo>
                  <a:pt x="18288" y="1097280"/>
                  <a:pt x="27432" y="1124712"/>
                  <a:pt x="27432" y="1152144"/>
                </a:cubicBezTo>
                <a:lnTo>
                  <a:pt x="18288" y="1152144"/>
                </a:lnTo>
                <a:moveTo>
                  <a:pt x="1892808" y="1225296"/>
                </a:moveTo>
                <a:cubicBezTo>
                  <a:pt x="1883664" y="1252728"/>
                  <a:pt x="1883664" y="1271016"/>
                  <a:pt x="1874520" y="1298448"/>
                </a:cubicBezTo>
                <a:lnTo>
                  <a:pt x="1856232" y="1298448"/>
                </a:lnTo>
                <a:cubicBezTo>
                  <a:pt x="1865376" y="1271016"/>
                  <a:pt x="1874520" y="1243584"/>
                  <a:pt x="1883664" y="1225296"/>
                </a:cubicBezTo>
                <a:lnTo>
                  <a:pt x="1892808" y="1225296"/>
                </a:lnTo>
                <a:moveTo>
                  <a:pt x="64008" y="1298448"/>
                </a:moveTo>
                <a:cubicBezTo>
                  <a:pt x="54864" y="1271016"/>
                  <a:pt x="45720" y="1252728"/>
                  <a:pt x="36576" y="1225296"/>
                </a:cubicBezTo>
                <a:lnTo>
                  <a:pt x="45720" y="1225296"/>
                </a:lnTo>
                <a:cubicBezTo>
                  <a:pt x="54864" y="1243584"/>
                  <a:pt x="64008" y="1271016"/>
                  <a:pt x="73152" y="1298448"/>
                </a:cubicBezTo>
                <a:lnTo>
                  <a:pt x="64008" y="1298448"/>
                </a:lnTo>
                <a:moveTo>
                  <a:pt x="1837944" y="1371600"/>
                </a:moveTo>
                <a:cubicBezTo>
                  <a:pt x="1828800" y="1389888"/>
                  <a:pt x="1819656" y="1417320"/>
                  <a:pt x="1810512" y="1435608"/>
                </a:cubicBezTo>
                <a:lnTo>
                  <a:pt x="1792224" y="1426464"/>
                </a:lnTo>
                <a:cubicBezTo>
                  <a:pt x="1810512" y="1408176"/>
                  <a:pt x="1819656" y="1389888"/>
                  <a:pt x="1828800" y="1362456"/>
                </a:cubicBezTo>
                <a:lnTo>
                  <a:pt x="1837944" y="1371600"/>
                </a:lnTo>
                <a:moveTo>
                  <a:pt x="118872" y="1435608"/>
                </a:moveTo>
                <a:cubicBezTo>
                  <a:pt x="109728" y="1417320"/>
                  <a:pt x="100584" y="1389888"/>
                  <a:pt x="91440" y="1371600"/>
                </a:cubicBezTo>
                <a:lnTo>
                  <a:pt x="100584" y="1362456"/>
                </a:lnTo>
                <a:cubicBezTo>
                  <a:pt x="109728" y="1389888"/>
                  <a:pt x="118872" y="1408176"/>
                  <a:pt x="137160" y="1426464"/>
                </a:cubicBezTo>
                <a:lnTo>
                  <a:pt x="118872" y="1435608"/>
                </a:lnTo>
                <a:moveTo>
                  <a:pt x="1764792" y="1499616"/>
                </a:moveTo>
                <a:cubicBezTo>
                  <a:pt x="1755648" y="1517904"/>
                  <a:pt x="1737360" y="1545336"/>
                  <a:pt x="1719072" y="1563624"/>
                </a:cubicBezTo>
                <a:lnTo>
                  <a:pt x="1709928" y="1554480"/>
                </a:lnTo>
                <a:cubicBezTo>
                  <a:pt x="1728216" y="1536192"/>
                  <a:pt x="1746504" y="1517904"/>
                  <a:pt x="1755648" y="1490472"/>
                </a:cubicBezTo>
                <a:lnTo>
                  <a:pt x="1764792" y="1499616"/>
                </a:lnTo>
                <a:moveTo>
                  <a:pt x="210312" y="1563624"/>
                </a:moveTo>
                <a:cubicBezTo>
                  <a:pt x="192024" y="1545336"/>
                  <a:pt x="173736" y="1517904"/>
                  <a:pt x="164592" y="1499616"/>
                </a:cubicBezTo>
                <a:lnTo>
                  <a:pt x="173736" y="1490472"/>
                </a:lnTo>
                <a:cubicBezTo>
                  <a:pt x="182880" y="1517904"/>
                  <a:pt x="201168" y="1536192"/>
                  <a:pt x="219456" y="1554480"/>
                </a:cubicBezTo>
                <a:lnTo>
                  <a:pt x="210312" y="1563624"/>
                </a:lnTo>
                <a:moveTo>
                  <a:pt x="1673352" y="1618488"/>
                </a:moveTo>
                <a:cubicBezTo>
                  <a:pt x="1655064" y="1636776"/>
                  <a:pt x="1636776" y="1655064"/>
                  <a:pt x="1618488" y="1673352"/>
                </a:cubicBezTo>
                <a:lnTo>
                  <a:pt x="1609344" y="1664208"/>
                </a:lnTo>
                <a:cubicBezTo>
                  <a:pt x="1627632" y="1645920"/>
                  <a:pt x="1645920" y="1627632"/>
                  <a:pt x="1664208" y="1609344"/>
                </a:cubicBezTo>
                <a:lnTo>
                  <a:pt x="1673352" y="1618488"/>
                </a:lnTo>
                <a:moveTo>
                  <a:pt x="310896" y="1673352"/>
                </a:moveTo>
                <a:cubicBezTo>
                  <a:pt x="292608" y="1655064"/>
                  <a:pt x="274320" y="1636776"/>
                  <a:pt x="256032" y="1618488"/>
                </a:cubicBezTo>
                <a:lnTo>
                  <a:pt x="265176" y="1609344"/>
                </a:lnTo>
                <a:cubicBezTo>
                  <a:pt x="283464" y="1627632"/>
                  <a:pt x="301752" y="1645920"/>
                  <a:pt x="320040" y="1664208"/>
                </a:cubicBezTo>
                <a:lnTo>
                  <a:pt x="310896" y="1673352"/>
                </a:lnTo>
                <a:moveTo>
                  <a:pt x="1563624" y="1719072"/>
                </a:moveTo>
                <a:cubicBezTo>
                  <a:pt x="1545336" y="1737360"/>
                  <a:pt x="1517904" y="1755648"/>
                  <a:pt x="1499616" y="1764792"/>
                </a:cubicBezTo>
                <a:lnTo>
                  <a:pt x="1490472" y="1755648"/>
                </a:lnTo>
                <a:cubicBezTo>
                  <a:pt x="1517904" y="1746504"/>
                  <a:pt x="1536192" y="1728216"/>
                  <a:pt x="1554480" y="1709928"/>
                </a:cubicBezTo>
                <a:lnTo>
                  <a:pt x="1563624" y="1719072"/>
                </a:lnTo>
                <a:moveTo>
                  <a:pt x="429768" y="1764792"/>
                </a:moveTo>
                <a:cubicBezTo>
                  <a:pt x="411480" y="1755648"/>
                  <a:pt x="384048" y="1737360"/>
                  <a:pt x="365760" y="1719072"/>
                </a:cubicBezTo>
                <a:lnTo>
                  <a:pt x="374904" y="1709928"/>
                </a:lnTo>
                <a:cubicBezTo>
                  <a:pt x="393192" y="1728216"/>
                  <a:pt x="411480" y="1746504"/>
                  <a:pt x="438912" y="1755648"/>
                </a:cubicBezTo>
                <a:lnTo>
                  <a:pt x="429768" y="1764792"/>
                </a:lnTo>
                <a:moveTo>
                  <a:pt x="557784" y="1837944"/>
                </a:moveTo>
                <a:cubicBezTo>
                  <a:pt x="539496" y="1828800"/>
                  <a:pt x="512064" y="1819656"/>
                  <a:pt x="493776" y="1810512"/>
                </a:cubicBezTo>
                <a:lnTo>
                  <a:pt x="502920" y="1792224"/>
                </a:lnTo>
                <a:cubicBezTo>
                  <a:pt x="521208" y="1810512"/>
                  <a:pt x="539496" y="1819656"/>
                  <a:pt x="566928" y="1828800"/>
                </a:cubicBezTo>
                <a:lnTo>
                  <a:pt x="557784" y="1837944"/>
                </a:lnTo>
                <a:moveTo>
                  <a:pt x="1435608" y="1810512"/>
                </a:moveTo>
                <a:cubicBezTo>
                  <a:pt x="1417320" y="1819656"/>
                  <a:pt x="1389888" y="1828800"/>
                  <a:pt x="1371600" y="1837944"/>
                </a:cubicBezTo>
                <a:lnTo>
                  <a:pt x="1362456" y="1828800"/>
                </a:lnTo>
                <a:cubicBezTo>
                  <a:pt x="1389888" y="1819656"/>
                  <a:pt x="1408176" y="1810512"/>
                  <a:pt x="1426464" y="1792224"/>
                </a:cubicBezTo>
                <a:lnTo>
                  <a:pt x="1435608" y="1810512"/>
                </a:lnTo>
                <a:moveTo>
                  <a:pt x="704088" y="1892808"/>
                </a:moveTo>
                <a:cubicBezTo>
                  <a:pt x="676656" y="1883664"/>
                  <a:pt x="658368" y="1874520"/>
                  <a:pt x="630936" y="1865376"/>
                </a:cubicBezTo>
                <a:lnTo>
                  <a:pt x="630936" y="1856232"/>
                </a:lnTo>
                <a:cubicBezTo>
                  <a:pt x="658368" y="1865376"/>
                  <a:pt x="685800" y="1874520"/>
                  <a:pt x="704088" y="1883664"/>
                </a:cubicBezTo>
                <a:lnTo>
                  <a:pt x="704088" y="1892808"/>
                </a:lnTo>
                <a:moveTo>
                  <a:pt x="1298448" y="1865376"/>
                </a:moveTo>
                <a:cubicBezTo>
                  <a:pt x="1271016" y="1874520"/>
                  <a:pt x="1252728" y="1883664"/>
                  <a:pt x="1225296" y="1892808"/>
                </a:cubicBezTo>
                <a:lnTo>
                  <a:pt x="1225296" y="1883664"/>
                </a:lnTo>
                <a:cubicBezTo>
                  <a:pt x="1243584" y="1874520"/>
                  <a:pt x="1271016" y="1865376"/>
                  <a:pt x="1298448" y="1856232"/>
                </a:cubicBezTo>
                <a:lnTo>
                  <a:pt x="1298448" y="1865376"/>
                </a:lnTo>
                <a:moveTo>
                  <a:pt x="850392" y="1920240"/>
                </a:moveTo>
                <a:cubicBezTo>
                  <a:pt x="822960" y="1920240"/>
                  <a:pt x="804672" y="1911096"/>
                  <a:pt x="777240" y="1911096"/>
                </a:cubicBezTo>
                <a:lnTo>
                  <a:pt x="777240" y="1901952"/>
                </a:lnTo>
                <a:cubicBezTo>
                  <a:pt x="804672" y="1901952"/>
                  <a:pt x="832104" y="1911096"/>
                  <a:pt x="850392" y="1911096"/>
                </a:cubicBezTo>
                <a:lnTo>
                  <a:pt x="850392" y="1920240"/>
                </a:lnTo>
                <a:moveTo>
                  <a:pt x="1152144" y="1911096"/>
                </a:moveTo>
                <a:cubicBezTo>
                  <a:pt x="1124712" y="1911096"/>
                  <a:pt x="1106424" y="1920240"/>
                  <a:pt x="1078992" y="1920240"/>
                </a:cubicBezTo>
                <a:lnTo>
                  <a:pt x="1078992" y="1911096"/>
                </a:lnTo>
                <a:cubicBezTo>
                  <a:pt x="1106424" y="1911096"/>
                  <a:pt x="1124712" y="1901952"/>
                  <a:pt x="1152144" y="1901952"/>
                </a:cubicBezTo>
                <a:lnTo>
                  <a:pt x="1152144" y="1911096"/>
                </a:lnTo>
                <a:moveTo>
                  <a:pt x="969264" y="1929384"/>
                </a:moveTo>
                <a:cubicBezTo>
                  <a:pt x="950976" y="1929384"/>
                  <a:pt x="941832" y="1929384"/>
                  <a:pt x="923544" y="1929384"/>
                </a:cubicBezTo>
                <a:lnTo>
                  <a:pt x="923544" y="1911096"/>
                </a:lnTo>
                <a:cubicBezTo>
                  <a:pt x="941832" y="1920240"/>
                  <a:pt x="950976" y="1920240"/>
                  <a:pt x="969264" y="1920240"/>
                </a:cubicBezTo>
                <a:cubicBezTo>
                  <a:pt x="978408" y="1920240"/>
                  <a:pt x="987552" y="1920240"/>
                  <a:pt x="1005840" y="1911096"/>
                </a:cubicBezTo>
                <a:lnTo>
                  <a:pt x="1005840" y="1929384"/>
                </a:lnTo>
                <a:cubicBezTo>
                  <a:pt x="987552" y="1929384"/>
                  <a:pt x="978408" y="1929384"/>
                  <a:pt x="969264" y="1929384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 anchorCtr="0">
            <a:noAutofit/>
          </a:bodyPr>
          <a:lstStyle/>
          <a:p>
            <a:pPr algn="ctr"/>
            <a:r>
              <a:rPr sz="2100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企业AI能力的</a:t>
            </a:r>
          </a:p>
          <a:p>
            <a:pPr algn="ctr"/>
            <a:r>
              <a:rPr sz="2100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"总线与中枢"</a:t>
            </a:r>
            <a:endParaRPr lang="zh-CN" altLang="zh-CN" sz="2100" b="1" dirty="0">
              <a:solidFill>
                <a:schemeClr val="tx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3" name="对象5"/>
          <p:cNvSpPr/>
          <p:nvPr>
            <p:custDataLst>
              <p:tags r:id="rId9"/>
            </p:custDataLst>
          </p:nvPr>
        </p:nvSpPr>
        <p:spPr>
          <a:xfrm>
            <a:off x="283210" y="2410460"/>
            <a:ext cx="2673985" cy="2622550"/>
          </a:xfrm>
          <a:custGeom>
            <a:avLst/>
            <a:gdLst/>
            <a:ahLst/>
            <a:cxnLst/>
            <a:rect l="l" t="t" r="r" b="b"/>
            <a:pathLst>
              <a:path w="2916936" h="2916936">
                <a:moveTo>
                  <a:pt x="1453896" y="2916936"/>
                </a:moveTo>
                <a:cubicBezTo>
                  <a:pt x="2258568" y="2916936"/>
                  <a:pt x="2916936" y="2258568"/>
                  <a:pt x="2916936" y="1453896"/>
                </a:cubicBezTo>
                <a:cubicBezTo>
                  <a:pt x="2916936" y="649224"/>
                  <a:pt x="2258568" y="0"/>
                  <a:pt x="1453896" y="0"/>
                </a:cubicBezTo>
                <a:cubicBezTo>
                  <a:pt x="649224" y="0"/>
                  <a:pt x="0" y="649224"/>
                  <a:pt x="0" y="1453896"/>
                </a:cubicBezTo>
                <a:cubicBezTo>
                  <a:pt x="0" y="2258568"/>
                  <a:pt x="649224" y="2916936"/>
                  <a:pt x="1453896" y="2916936"/>
                </a:cubicBezTo>
                <a:moveTo>
                  <a:pt x="1453896" y="2523744"/>
                </a:moveTo>
                <a:cubicBezTo>
                  <a:pt x="2048256" y="2523744"/>
                  <a:pt x="2523744" y="2048256"/>
                  <a:pt x="2523744" y="1453896"/>
                </a:cubicBezTo>
                <a:cubicBezTo>
                  <a:pt x="2523744" y="868680"/>
                  <a:pt x="2048256" y="393192"/>
                  <a:pt x="1453896" y="393192"/>
                </a:cubicBezTo>
                <a:cubicBezTo>
                  <a:pt x="868680" y="393192"/>
                  <a:pt x="393192" y="868680"/>
                  <a:pt x="393192" y="1453896"/>
                </a:cubicBezTo>
                <a:cubicBezTo>
                  <a:pt x="393192" y="2048256"/>
                  <a:pt x="868680" y="2523744"/>
                  <a:pt x="1453896" y="2523744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9" name="矩形 18"/>
          <p:cNvSpPr/>
          <p:nvPr userDrawn="1">
            <p:custDataLst>
              <p:tags r:id="rId10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4710" y="382905"/>
            <a:ext cx="4132580" cy="757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定位与使命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76245" y="2042160"/>
            <a:ext cx="6985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kern="0" dirty="0">
                <a:solidFill>
                  <a:schemeClr val="accent1"/>
                </a:solidFill>
                <a:cs typeface="+mn-lt"/>
                <a:sym typeface="+mn-ea"/>
              </a:rPr>
              <a:t>使命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497580" y="3542665"/>
            <a:ext cx="6985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kern="0" dirty="0">
                <a:solidFill>
                  <a:schemeClr val="accent1"/>
                </a:solidFill>
                <a:cs typeface="+mn-lt"/>
                <a:sym typeface="+mn-ea"/>
              </a:rPr>
              <a:t>定位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061335" y="4827270"/>
            <a:ext cx="6985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kern="0" dirty="0">
                <a:solidFill>
                  <a:schemeClr val="accent1"/>
                </a:solidFill>
                <a:cs typeface="+mn-lt"/>
                <a:sym typeface="+mn-ea"/>
              </a:rPr>
              <a:t>愿景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4"/>
          <p:cNvSpPr/>
          <p:nvPr>
            <p:custDataLst>
              <p:tags r:id="rId3"/>
            </p:custDataLst>
          </p:nvPr>
        </p:nvSpPr>
        <p:spPr>
          <a:xfrm>
            <a:off x="4957040" y="-1"/>
            <a:ext cx="2562194" cy="6858002"/>
          </a:xfrm>
          <a:custGeom>
            <a:avLst/>
            <a:gdLst>
              <a:gd name="connsiteX0" fmla="*/ 3012597 w 3416259"/>
              <a:gd name="connsiteY0" fmla="*/ 0 h 6858002"/>
              <a:gd name="connsiteX1" fmla="*/ 3416259 w 3416259"/>
              <a:gd name="connsiteY1" fmla="*/ 0 h 6858002"/>
              <a:gd name="connsiteX2" fmla="*/ 403662 w 3416259"/>
              <a:gd name="connsiteY2" fmla="*/ 6858002 h 6858002"/>
              <a:gd name="connsiteX3" fmla="*/ 0 w 3416259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6259" h="6858002">
                <a:moveTo>
                  <a:pt x="3012597" y="0"/>
                </a:moveTo>
                <a:lnTo>
                  <a:pt x="3416259" y="0"/>
                </a:lnTo>
                <a:lnTo>
                  <a:pt x="403662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2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任意多边形: 形状 5"/>
          <p:cNvSpPr/>
          <p:nvPr>
            <p:custDataLst>
              <p:tags r:id="rId4"/>
            </p:custDataLst>
          </p:nvPr>
        </p:nvSpPr>
        <p:spPr>
          <a:xfrm>
            <a:off x="5402296" y="-1"/>
            <a:ext cx="3742153" cy="6858002"/>
          </a:xfrm>
          <a:custGeom>
            <a:avLst/>
            <a:gdLst>
              <a:gd name="connsiteX0" fmla="*/ 3006417 w 4989538"/>
              <a:gd name="connsiteY0" fmla="*/ 0 h 6858002"/>
              <a:gd name="connsiteX1" fmla="*/ 4989538 w 4989538"/>
              <a:gd name="connsiteY1" fmla="*/ 0 h 6858002"/>
              <a:gd name="connsiteX2" fmla="*/ 4989538 w 4989538"/>
              <a:gd name="connsiteY2" fmla="*/ 2584276 h 6858002"/>
              <a:gd name="connsiteX3" fmla="*/ 3116018 w 4989538"/>
              <a:gd name="connsiteY3" fmla="*/ 6858002 h 6858002"/>
              <a:gd name="connsiteX4" fmla="*/ 0 w 4989538"/>
              <a:gd name="connsiteY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9538" h="6858002">
                <a:moveTo>
                  <a:pt x="3006417" y="0"/>
                </a:moveTo>
                <a:lnTo>
                  <a:pt x="4989538" y="0"/>
                </a:lnTo>
                <a:lnTo>
                  <a:pt x="4989538" y="2584276"/>
                </a:lnTo>
                <a:lnTo>
                  <a:pt x="3116018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2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635" y="1741805"/>
            <a:ext cx="9144000" cy="3952875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63500" algn="ctr" rotWithShape="0">
              <a:schemeClr val="dk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12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094712" y="675005"/>
            <a:ext cx="59436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背景与痛点</a:t>
            </a:r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85654" y="1811006"/>
            <a:ext cx="240583" cy="2405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/>
            <a:endParaRPr lang="zh-CN" altLang="en-US" sz="13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朋友圈_00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38992" y="1864343"/>
            <a:ext cx="133909" cy="133909"/>
          </a:xfrm>
          <a:custGeom>
            <a:avLst/>
            <a:gdLst>
              <a:gd name="connsiteX0" fmla="*/ 18488 w 609050"/>
              <a:gd name="connsiteY0" fmla="*/ 408715 h 608133"/>
              <a:gd name="connsiteX1" fmla="*/ 313028 w 609050"/>
              <a:gd name="connsiteY1" fmla="*/ 408715 h 608133"/>
              <a:gd name="connsiteX2" fmla="*/ 206953 w 609050"/>
              <a:gd name="connsiteY2" fmla="*/ 592115 h 608133"/>
              <a:gd name="connsiteX3" fmla="*/ 18488 w 609050"/>
              <a:gd name="connsiteY3" fmla="*/ 408715 h 608133"/>
              <a:gd name="connsiteX4" fmla="*/ 399533 w 609050"/>
              <a:gd name="connsiteY4" fmla="*/ 348946 h 608133"/>
              <a:gd name="connsiteX5" fmla="*/ 505460 w 609050"/>
              <a:gd name="connsiteY5" fmla="*/ 532271 h 608133"/>
              <a:gd name="connsiteX6" fmla="*/ 304491 w 609050"/>
              <a:gd name="connsiteY6" fmla="*/ 608133 h 608133"/>
              <a:gd name="connsiteX7" fmla="*/ 252201 w 609050"/>
              <a:gd name="connsiteY7" fmla="*/ 603539 h 608133"/>
              <a:gd name="connsiteX8" fmla="*/ 390862 w 609050"/>
              <a:gd name="connsiteY8" fmla="*/ 244298 h 608133"/>
              <a:gd name="connsiteX9" fmla="*/ 603101 w 609050"/>
              <a:gd name="connsiteY9" fmla="*/ 244298 h 608133"/>
              <a:gd name="connsiteX10" fmla="*/ 609050 w 609050"/>
              <a:gd name="connsiteY10" fmla="*/ 304026 h 608133"/>
              <a:gd name="connsiteX11" fmla="*/ 538004 w 609050"/>
              <a:gd name="connsiteY11" fmla="*/ 498898 h 608133"/>
              <a:gd name="connsiteX12" fmla="*/ 70934 w 609050"/>
              <a:gd name="connsiteY12" fmla="*/ 109165 h 608133"/>
              <a:gd name="connsiteX13" fmla="*/ 218188 w 609050"/>
              <a:gd name="connsiteY13" fmla="*/ 363836 h 608133"/>
              <a:gd name="connsiteX14" fmla="*/ 5949 w 609050"/>
              <a:gd name="connsiteY14" fmla="*/ 363836 h 608133"/>
              <a:gd name="connsiteX15" fmla="*/ 0 w 609050"/>
              <a:gd name="connsiteY15" fmla="*/ 304006 h 608133"/>
              <a:gd name="connsiteX16" fmla="*/ 70934 w 609050"/>
              <a:gd name="connsiteY16" fmla="*/ 109165 h 608133"/>
              <a:gd name="connsiteX17" fmla="*/ 402112 w 609050"/>
              <a:gd name="connsiteY17" fmla="*/ 16018 h 608133"/>
              <a:gd name="connsiteX18" fmla="*/ 590420 w 609050"/>
              <a:gd name="connsiteY18" fmla="*/ 199488 h 608133"/>
              <a:gd name="connsiteX19" fmla="*/ 295951 w 609050"/>
              <a:gd name="connsiteY19" fmla="*/ 199488 h 608133"/>
              <a:gd name="connsiteX20" fmla="*/ 304447 w 609050"/>
              <a:gd name="connsiteY20" fmla="*/ 0 h 608133"/>
              <a:gd name="connsiteX21" fmla="*/ 356849 w 609050"/>
              <a:gd name="connsiteY21" fmla="*/ 4482 h 608133"/>
              <a:gd name="connsiteX22" fmla="*/ 209517 w 609050"/>
              <a:gd name="connsiteY22" fmla="*/ 259187 h 608133"/>
              <a:gd name="connsiteX23" fmla="*/ 103590 w 609050"/>
              <a:gd name="connsiteY23" fmla="*/ 75862 h 608133"/>
              <a:gd name="connsiteX24" fmla="*/ 304447 w 609050"/>
              <a:gd name="connsiteY24" fmla="*/ 0 h 60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09050" h="608133">
                <a:moveTo>
                  <a:pt x="18488" y="408715"/>
                </a:moveTo>
                <a:lnTo>
                  <a:pt x="313028" y="408715"/>
                </a:lnTo>
                <a:lnTo>
                  <a:pt x="206953" y="592115"/>
                </a:lnTo>
                <a:cubicBezTo>
                  <a:pt x="119736" y="562650"/>
                  <a:pt x="50254" y="494757"/>
                  <a:pt x="18488" y="408715"/>
                </a:cubicBezTo>
                <a:close/>
                <a:moveTo>
                  <a:pt x="399533" y="348946"/>
                </a:moveTo>
                <a:lnTo>
                  <a:pt x="505460" y="532271"/>
                </a:lnTo>
                <a:cubicBezTo>
                  <a:pt x="451823" y="579446"/>
                  <a:pt x="381467" y="608133"/>
                  <a:pt x="304491" y="608133"/>
                </a:cubicBezTo>
                <a:cubicBezTo>
                  <a:pt x="286650" y="608133"/>
                  <a:pt x="269145" y="606564"/>
                  <a:pt x="252201" y="603539"/>
                </a:cubicBezTo>
                <a:close/>
                <a:moveTo>
                  <a:pt x="390862" y="244298"/>
                </a:moveTo>
                <a:lnTo>
                  <a:pt x="603101" y="244298"/>
                </a:lnTo>
                <a:cubicBezTo>
                  <a:pt x="606917" y="263684"/>
                  <a:pt x="609050" y="283631"/>
                  <a:pt x="609050" y="304026"/>
                </a:cubicBezTo>
                <a:cubicBezTo>
                  <a:pt x="609050" y="378210"/>
                  <a:pt x="582338" y="446118"/>
                  <a:pt x="538004" y="498898"/>
                </a:cubicBezTo>
                <a:close/>
                <a:moveTo>
                  <a:pt x="70934" y="109165"/>
                </a:moveTo>
                <a:lnTo>
                  <a:pt x="218188" y="363836"/>
                </a:lnTo>
                <a:lnTo>
                  <a:pt x="5949" y="363836"/>
                </a:lnTo>
                <a:cubicBezTo>
                  <a:pt x="2020" y="344453"/>
                  <a:pt x="0" y="324509"/>
                  <a:pt x="0" y="304006"/>
                </a:cubicBezTo>
                <a:cubicBezTo>
                  <a:pt x="0" y="229946"/>
                  <a:pt x="26712" y="162049"/>
                  <a:pt x="70934" y="109165"/>
                </a:cubicBezTo>
                <a:close/>
                <a:moveTo>
                  <a:pt x="402112" y="16018"/>
                </a:moveTo>
                <a:cubicBezTo>
                  <a:pt x="489196" y="45494"/>
                  <a:pt x="558774" y="113413"/>
                  <a:pt x="590420" y="199488"/>
                </a:cubicBezTo>
                <a:lnTo>
                  <a:pt x="295951" y="199488"/>
                </a:lnTo>
                <a:close/>
                <a:moveTo>
                  <a:pt x="304447" y="0"/>
                </a:moveTo>
                <a:cubicBezTo>
                  <a:pt x="322288" y="0"/>
                  <a:pt x="339793" y="1569"/>
                  <a:pt x="356849" y="4482"/>
                </a:cubicBezTo>
                <a:lnTo>
                  <a:pt x="209517" y="259187"/>
                </a:lnTo>
                <a:lnTo>
                  <a:pt x="103590" y="75862"/>
                </a:lnTo>
                <a:cubicBezTo>
                  <a:pt x="157227" y="28686"/>
                  <a:pt x="227583" y="0"/>
                  <a:pt x="30444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9"/>
            </p:custDataLst>
          </p:nvPr>
        </p:nvSpPr>
        <p:spPr>
          <a:xfrm>
            <a:off x="857250" y="2153285"/>
            <a:ext cx="3723640" cy="139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en-US"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</a:t>
            </a:r>
            <a:r>
              <a:rPr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上游包括三类：多家 LLM 供应商、自研 AI 组件（抽取、分类、生成等）、自研或外部 传统ML 模型服务。</a:t>
            </a:r>
          </a:p>
          <a:p>
            <a:pPr lvl="0" indent="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en-US"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</a:t>
            </a:r>
            <a:r>
              <a:rPr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协议/鉴权/数据格式/流式能力不一致，集成成本高、上层改造重。</a:t>
            </a:r>
          </a:p>
        </p:txBody>
      </p:sp>
      <p:sp>
        <p:nvSpPr>
          <p:cNvPr id="52" name="文本框 51"/>
          <p:cNvSpPr txBox="1"/>
          <p:nvPr>
            <p:custDataLst>
              <p:tags r:id="rId10"/>
            </p:custDataLst>
          </p:nvPr>
        </p:nvSpPr>
        <p:spPr>
          <a:xfrm>
            <a:off x="950822" y="1810566"/>
            <a:ext cx="3554741" cy="2691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4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能力来源多元且异构</a:t>
            </a:r>
          </a:p>
        </p:txBody>
      </p:sp>
      <p:sp>
        <p:nvSpPr>
          <p:cNvPr id="51" name="椭圆 50"/>
          <p:cNvSpPr/>
          <p:nvPr>
            <p:custDataLst>
              <p:tags r:id="rId11"/>
            </p:custDataLst>
          </p:nvPr>
        </p:nvSpPr>
        <p:spPr>
          <a:xfrm>
            <a:off x="4668039" y="1812519"/>
            <a:ext cx="240583" cy="2405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/>
            <a:endParaRPr lang="zh-CN" altLang="en-US" sz="13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数据库_001"/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4731021" y="1866139"/>
            <a:ext cx="114618" cy="133626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05878" h="588607">
                <a:moveTo>
                  <a:pt x="0" y="414864"/>
                </a:moveTo>
                <a:cubicBezTo>
                  <a:pt x="41777" y="443695"/>
                  <a:pt x="127609" y="467215"/>
                  <a:pt x="252939" y="467215"/>
                </a:cubicBezTo>
                <a:cubicBezTo>
                  <a:pt x="378269" y="467215"/>
                  <a:pt x="464101" y="444453"/>
                  <a:pt x="505878" y="414864"/>
                </a:cubicBezTo>
                <a:lnTo>
                  <a:pt x="505878" y="497563"/>
                </a:lnTo>
                <a:cubicBezTo>
                  <a:pt x="505878" y="499080"/>
                  <a:pt x="505878" y="501356"/>
                  <a:pt x="505119" y="502115"/>
                </a:cubicBezTo>
                <a:cubicBezTo>
                  <a:pt x="492206" y="551431"/>
                  <a:pt x="385865" y="588607"/>
                  <a:pt x="252939" y="588607"/>
                </a:cubicBezTo>
                <a:cubicBezTo>
                  <a:pt x="120013" y="588607"/>
                  <a:pt x="12913" y="551431"/>
                  <a:pt x="760" y="502115"/>
                </a:cubicBezTo>
                <a:cubicBezTo>
                  <a:pt x="0" y="500597"/>
                  <a:pt x="0" y="499080"/>
                  <a:pt x="0" y="497563"/>
                </a:cubicBezTo>
                <a:close/>
                <a:moveTo>
                  <a:pt x="0" y="282911"/>
                </a:moveTo>
                <a:cubicBezTo>
                  <a:pt x="12913" y="292016"/>
                  <a:pt x="30383" y="300363"/>
                  <a:pt x="50132" y="307192"/>
                </a:cubicBezTo>
                <a:cubicBezTo>
                  <a:pt x="92668" y="321609"/>
                  <a:pt x="151915" y="332232"/>
                  <a:pt x="226354" y="334508"/>
                </a:cubicBezTo>
                <a:cubicBezTo>
                  <a:pt x="235469" y="334508"/>
                  <a:pt x="243824" y="334508"/>
                  <a:pt x="252939" y="334508"/>
                </a:cubicBezTo>
                <a:cubicBezTo>
                  <a:pt x="262054" y="334508"/>
                  <a:pt x="270409" y="334508"/>
                  <a:pt x="279524" y="334508"/>
                </a:cubicBezTo>
                <a:cubicBezTo>
                  <a:pt x="353203" y="332232"/>
                  <a:pt x="412450" y="322368"/>
                  <a:pt x="454986" y="307192"/>
                </a:cubicBezTo>
                <a:cubicBezTo>
                  <a:pt x="475495" y="300363"/>
                  <a:pt x="492965" y="292016"/>
                  <a:pt x="505878" y="282911"/>
                </a:cubicBezTo>
                <a:lnTo>
                  <a:pt x="505878" y="354995"/>
                </a:lnTo>
                <a:lnTo>
                  <a:pt x="505878" y="360307"/>
                </a:lnTo>
                <a:lnTo>
                  <a:pt x="505878" y="364859"/>
                </a:lnTo>
                <a:lnTo>
                  <a:pt x="505878" y="378518"/>
                </a:lnTo>
                <a:cubicBezTo>
                  <a:pt x="477014" y="408110"/>
                  <a:pt x="380548" y="436185"/>
                  <a:pt x="252939" y="436185"/>
                </a:cubicBezTo>
                <a:cubicBezTo>
                  <a:pt x="125330" y="436185"/>
                  <a:pt x="28864" y="408110"/>
                  <a:pt x="0" y="378518"/>
                </a:cubicBezTo>
                <a:lnTo>
                  <a:pt x="0" y="364859"/>
                </a:lnTo>
                <a:lnTo>
                  <a:pt x="0" y="360307"/>
                </a:lnTo>
                <a:lnTo>
                  <a:pt x="0" y="354995"/>
                </a:lnTo>
                <a:close/>
                <a:moveTo>
                  <a:pt x="0" y="150959"/>
                </a:moveTo>
                <a:cubicBezTo>
                  <a:pt x="49373" y="184325"/>
                  <a:pt x="153435" y="202524"/>
                  <a:pt x="252939" y="202524"/>
                </a:cubicBezTo>
                <a:cubicBezTo>
                  <a:pt x="352444" y="202524"/>
                  <a:pt x="456506" y="184325"/>
                  <a:pt x="505878" y="150959"/>
                </a:cubicBezTo>
                <a:lnTo>
                  <a:pt x="505878" y="222240"/>
                </a:lnTo>
                <a:lnTo>
                  <a:pt x="505878" y="227549"/>
                </a:lnTo>
                <a:lnTo>
                  <a:pt x="505878" y="232857"/>
                </a:lnTo>
                <a:lnTo>
                  <a:pt x="505878" y="245748"/>
                </a:lnTo>
                <a:cubicBezTo>
                  <a:pt x="479293" y="273806"/>
                  <a:pt x="394220" y="299588"/>
                  <a:pt x="280284" y="302622"/>
                </a:cubicBezTo>
                <a:cubicBezTo>
                  <a:pt x="279524" y="302622"/>
                  <a:pt x="278005" y="303380"/>
                  <a:pt x="277246" y="303380"/>
                </a:cubicBezTo>
                <a:cubicBezTo>
                  <a:pt x="273448" y="303380"/>
                  <a:pt x="270409" y="303380"/>
                  <a:pt x="266611" y="303380"/>
                </a:cubicBezTo>
                <a:cubicBezTo>
                  <a:pt x="262054" y="303380"/>
                  <a:pt x="257497" y="303380"/>
                  <a:pt x="252939" y="303380"/>
                </a:cubicBezTo>
                <a:cubicBezTo>
                  <a:pt x="248382" y="303380"/>
                  <a:pt x="243824" y="303380"/>
                  <a:pt x="239267" y="303380"/>
                </a:cubicBezTo>
                <a:cubicBezTo>
                  <a:pt x="235469" y="303380"/>
                  <a:pt x="232431" y="303380"/>
                  <a:pt x="228633" y="303380"/>
                </a:cubicBezTo>
                <a:cubicBezTo>
                  <a:pt x="227873" y="302622"/>
                  <a:pt x="226354" y="302622"/>
                  <a:pt x="225594" y="302622"/>
                </a:cubicBezTo>
                <a:cubicBezTo>
                  <a:pt x="111658" y="299588"/>
                  <a:pt x="26585" y="273806"/>
                  <a:pt x="0" y="245748"/>
                </a:cubicBezTo>
                <a:lnTo>
                  <a:pt x="0" y="232857"/>
                </a:lnTo>
                <a:lnTo>
                  <a:pt x="0" y="227549"/>
                </a:lnTo>
                <a:lnTo>
                  <a:pt x="0" y="222240"/>
                </a:lnTo>
                <a:close/>
                <a:moveTo>
                  <a:pt x="252939" y="0"/>
                </a:moveTo>
                <a:cubicBezTo>
                  <a:pt x="406374" y="0"/>
                  <a:pt x="493725" y="43229"/>
                  <a:pt x="505119" y="86459"/>
                </a:cubicBezTo>
                <a:cubicBezTo>
                  <a:pt x="505878" y="87976"/>
                  <a:pt x="505878" y="89492"/>
                  <a:pt x="505878" y="91009"/>
                </a:cubicBezTo>
                <a:lnTo>
                  <a:pt x="505878" y="96318"/>
                </a:lnTo>
                <a:lnTo>
                  <a:pt x="505878" y="114520"/>
                </a:lnTo>
                <a:cubicBezTo>
                  <a:pt x="477774" y="144098"/>
                  <a:pt x="381308" y="172159"/>
                  <a:pt x="252939" y="172159"/>
                </a:cubicBezTo>
                <a:cubicBezTo>
                  <a:pt x="124571" y="172159"/>
                  <a:pt x="28104" y="144098"/>
                  <a:pt x="0" y="114520"/>
                </a:cubicBezTo>
                <a:lnTo>
                  <a:pt x="0" y="96318"/>
                </a:lnTo>
                <a:lnTo>
                  <a:pt x="0" y="91009"/>
                </a:lnTo>
                <a:cubicBezTo>
                  <a:pt x="0" y="89492"/>
                  <a:pt x="0" y="87217"/>
                  <a:pt x="1519" y="85700"/>
                </a:cubicBezTo>
                <a:cubicBezTo>
                  <a:pt x="12913" y="42471"/>
                  <a:pt x="100264" y="0"/>
                  <a:pt x="2529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4998720" y="2153285"/>
            <a:ext cx="3554095" cy="10782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ct val="100000"/>
            </a:pPr>
            <a:r>
              <a:rPr lang="en-US"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提示词工程、行业模板、业务插件难以沉淀与共享，重复造轮子、经验不可迁移。</a:t>
            </a: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4928377" y="1811201"/>
            <a:ext cx="3554741" cy="2691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4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复用沉淀不足</a:t>
            </a:r>
          </a:p>
        </p:txBody>
      </p:sp>
      <p:sp>
        <p:nvSpPr>
          <p:cNvPr id="22" name="椭圆 21"/>
          <p:cNvSpPr/>
          <p:nvPr>
            <p:custDataLst>
              <p:tags r:id="rId15"/>
            </p:custDataLst>
          </p:nvPr>
        </p:nvSpPr>
        <p:spPr>
          <a:xfrm>
            <a:off x="686093" y="3877098"/>
            <a:ext cx="240583" cy="2405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/>
            <a:endParaRPr lang="zh-CN" altLang="en-US" sz="13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笔记本_002"/>
          <p:cNvSpPr>
            <a:spLocks noChangeAspect="1"/>
          </p:cNvSpPr>
          <p:nvPr>
            <p:custDataLst>
              <p:tags r:id="rId16"/>
            </p:custDataLst>
          </p:nvPr>
        </p:nvSpPr>
        <p:spPr bwMode="auto">
          <a:xfrm>
            <a:off x="755602" y="3930719"/>
            <a:ext cx="101567" cy="133626"/>
          </a:xfrm>
          <a:custGeom>
            <a:avLst/>
            <a:gdLst>
              <a:gd name="T0" fmla="*/ 532 w 3373"/>
              <a:gd name="T1" fmla="*/ 381 h 4441"/>
              <a:gd name="T2" fmla="*/ 3373 w 3373"/>
              <a:gd name="T3" fmla="*/ 381 h 4441"/>
              <a:gd name="T4" fmla="*/ 3373 w 3373"/>
              <a:gd name="T5" fmla="*/ 0 h 4441"/>
              <a:gd name="T6" fmla="*/ 532 w 3373"/>
              <a:gd name="T7" fmla="*/ 0 h 4441"/>
              <a:gd name="T8" fmla="*/ 0 w 3373"/>
              <a:gd name="T9" fmla="*/ 532 h 4441"/>
              <a:gd name="T10" fmla="*/ 0 w 3373"/>
              <a:gd name="T11" fmla="*/ 4012 h 4441"/>
              <a:gd name="T12" fmla="*/ 429 w 3373"/>
              <a:gd name="T13" fmla="*/ 4441 h 4441"/>
              <a:gd name="T14" fmla="*/ 3373 w 3373"/>
              <a:gd name="T15" fmla="*/ 4441 h 4441"/>
              <a:gd name="T16" fmla="*/ 3373 w 3373"/>
              <a:gd name="T17" fmla="*/ 683 h 4441"/>
              <a:gd name="T18" fmla="*/ 532 w 3373"/>
              <a:gd name="T19" fmla="*/ 683 h 4441"/>
              <a:gd name="T20" fmla="*/ 381 w 3373"/>
              <a:gd name="T21" fmla="*/ 532 h 4441"/>
              <a:gd name="T22" fmla="*/ 532 w 3373"/>
              <a:gd name="T23" fmla="*/ 381 h 4441"/>
              <a:gd name="T24" fmla="*/ 1397 w 3373"/>
              <a:gd name="T25" fmla="*/ 3011 h 4441"/>
              <a:gd name="T26" fmla="*/ 2854 w 3373"/>
              <a:gd name="T27" fmla="*/ 3011 h 4441"/>
              <a:gd name="T28" fmla="*/ 2854 w 3373"/>
              <a:gd name="T29" fmla="*/ 3794 h 4441"/>
              <a:gd name="T30" fmla="*/ 1397 w 3373"/>
              <a:gd name="T31" fmla="*/ 3794 h 4441"/>
              <a:gd name="T32" fmla="*/ 1397 w 3373"/>
              <a:gd name="T33" fmla="*/ 3011 h 4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373" h="4441">
                <a:moveTo>
                  <a:pt x="532" y="381"/>
                </a:moveTo>
                <a:lnTo>
                  <a:pt x="3373" y="381"/>
                </a:lnTo>
                <a:lnTo>
                  <a:pt x="3373" y="0"/>
                </a:lnTo>
                <a:lnTo>
                  <a:pt x="532" y="0"/>
                </a:lnTo>
                <a:cubicBezTo>
                  <a:pt x="239" y="0"/>
                  <a:pt x="0" y="239"/>
                  <a:pt x="0" y="532"/>
                </a:cubicBezTo>
                <a:lnTo>
                  <a:pt x="0" y="4012"/>
                </a:lnTo>
                <a:cubicBezTo>
                  <a:pt x="0" y="4248"/>
                  <a:pt x="192" y="4441"/>
                  <a:pt x="429" y="4441"/>
                </a:cubicBezTo>
                <a:lnTo>
                  <a:pt x="3373" y="4441"/>
                </a:lnTo>
                <a:lnTo>
                  <a:pt x="3373" y="683"/>
                </a:lnTo>
                <a:lnTo>
                  <a:pt x="532" y="683"/>
                </a:lnTo>
                <a:cubicBezTo>
                  <a:pt x="449" y="683"/>
                  <a:pt x="381" y="616"/>
                  <a:pt x="381" y="532"/>
                </a:cubicBezTo>
                <a:cubicBezTo>
                  <a:pt x="381" y="449"/>
                  <a:pt x="449" y="381"/>
                  <a:pt x="532" y="381"/>
                </a:cubicBezTo>
                <a:close/>
                <a:moveTo>
                  <a:pt x="1397" y="3011"/>
                </a:moveTo>
                <a:lnTo>
                  <a:pt x="2854" y="3011"/>
                </a:lnTo>
                <a:lnTo>
                  <a:pt x="2854" y="3794"/>
                </a:lnTo>
                <a:lnTo>
                  <a:pt x="1397" y="3794"/>
                </a:lnTo>
                <a:lnTo>
                  <a:pt x="1397" y="30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17"/>
            </p:custDataLst>
          </p:nvPr>
        </p:nvSpPr>
        <p:spPr>
          <a:xfrm>
            <a:off x="926465" y="4272915"/>
            <a:ext cx="3554095" cy="1479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en-US"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Token/调用成本差异大且波动，缺乏按用户/应用/模型的细粒度成本归集与预算控制。</a:t>
            </a:r>
          </a:p>
          <a:p>
            <a:pPr lvl="0" indent="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en-US"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需要在“成本、延迟、效果”间动态权衡与自动化路由。</a:t>
            </a:r>
          </a:p>
        </p:txBody>
      </p:sp>
      <p:sp>
        <p:nvSpPr>
          <p:cNvPr id="79" name="文本框 78"/>
          <p:cNvSpPr txBox="1"/>
          <p:nvPr>
            <p:custDataLst>
              <p:tags r:id="rId18"/>
            </p:custDataLst>
          </p:nvPr>
        </p:nvSpPr>
        <p:spPr>
          <a:xfrm>
            <a:off x="950822" y="3877098"/>
            <a:ext cx="3554741" cy="2691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4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成本与效果难平衡</a:t>
            </a:r>
          </a:p>
        </p:txBody>
      </p:sp>
      <p:sp>
        <p:nvSpPr>
          <p:cNvPr id="57" name="椭圆 56"/>
          <p:cNvSpPr/>
          <p:nvPr>
            <p:custDataLst>
              <p:tags r:id="rId19"/>
            </p:custDataLst>
          </p:nvPr>
        </p:nvSpPr>
        <p:spPr>
          <a:xfrm>
            <a:off x="4639464" y="3877098"/>
            <a:ext cx="240583" cy="2405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/>
            <a:endParaRPr lang="zh-CN" altLang="en-US" sz="13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盒子_001"/>
          <p:cNvSpPr>
            <a:spLocks noChangeAspect="1"/>
          </p:cNvSpPr>
          <p:nvPr>
            <p:custDataLst>
              <p:tags r:id="rId20"/>
            </p:custDataLst>
          </p:nvPr>
        </p:nvSpPr>
        <p:spPr bwMode="auto">
          <a:xfrm>
            <a:off x="4694503" y="3932137"/>
            <a:ext cx="130505" cy="130221"/>
          </a:xfrm>
          <a:custGeom>
            <a:avLst/>
            <a:gdLst>
              <a:gd name="connsiteX0" fmla="*/ 231499 w 609191"/>
              <a:gd name="connsiteY0" fmla="*/ 251036 h 607710"/>
              <a:gd name="connsiteX1" fmla="*/ 180078 w 609191"/>
              <a:gd name="connsiteY1" fmla="*/ 302378 h 607710"/>
              <a:gd name="connsiteX2" fmla="*/ 231499 w 609191"/>
              <a:gd name="connsiteY2" fmla="*/ 353720 h 607710"/>
              <a:gd name="connsiteX3" fmla="*/ 377694 w 609191"/>
              <a:gd name="connsiteY3" fmla="*/ 353720 h 607710"/>
              <a:gd name="connsiteX4" fmla="*/ 429114 w 609191"/>
              <a:gd name="connsiteY4" fmla="*/ 302378 h 607710"/>
              <a:gd name="connsiteX5" fmla="*/ 377694 w 609191"/>
              <a:gd name="connsiteY5" fmla="*/ 251036 h 607710"/>
              <a:gd name="connsiteX6" fmla="*/ 24910 w 609191"/>
              <a:gd name="connsiteY6" fmla="*/ 187916 h 607710"/>
              <a:gd name="connsiteX7" fmla="*/ 27027 w 609191"/>
              <a:gd name="connsiteY7" fmla="*/ 187916 h 607710"/>
              <a:gd name="connsiteX8" fmla="*/ 582165 w 609191"/>
              <a:gd name="connsiteY8" fmla="*/ 187916 h 607710"/>
              <a:gd name="connsiteX9" fmla="*/ 584282 w 609191"/>
              <a:gd name="connsiteY9" fmla="*/ 187916 h 607710"/>
              <a:gd name="connsiteX10" fmla="*/ 584282 w 609191"/>
              <a:gd name="connsiteY10" fmla="*/ 556972 h 607710"/>
              <a:gd name="connsiteX11" fmla="*/ 533467 w 609191"/>
              <a:gd name="connsiteY11" fmla="*/ 607710 h 607710"/>
              <a:gd name="connsiteX12" fmla="*/ 75725 w 609191"/>
              <a:gd name="connsiteY12" fmla="*/ 607710 h 607710"/>
              <a:gd name="connsiteX13" fmla="*/ 24910 w 609191"/>
              <a:gd name="connsiteY13" fmla="*/ 556972 h 607710"/>
              <a:gd name="connsiteX14" fmla="*/ 27022 w 609191"/>
              <a:gd name="connsiteY14" fmla="*/ 0 h 607710"/>
              <a:gd name="connsiteX15" fmla="*/ 582170 w 609191"/>
              <a:gd name="connsiteY15" fmla="*/ 0 h 607710"/>
              <a:gd name="connsiteX16" fmla="*/ 609191 w 609191"/>
              <a:gd name="connsiteY16" fmla="*/ 26882 h 607710"/>
              <a:gd name="connsiteX17" fmla="*/ 609191 w 609191"/>
              <a:gd name="connsiteY17" fmla="*/ 102293 h 607710"/>
              <a:gd name="connsiteX18" fmla="*/ 582170 w 609191"/>
              <a:gd name="connsiteY18" fmla="*/ 129276 h 607710"/>
              <a:gd name="connsiteX19" fmla="*/ 27022 w 609191"/>
              <a:gd name="connsiteY19" fmla="*/ 129276 h 607710"/>
              <a:gd name="connsiteX20" fmla="*/ 0 w 609191"/>
              <a:gd name="connsiteY20" fmla="*/ 102293 h 607710"/>
              <a:gd name="connsiteX21" fmla="*/ 0 w 609191"/>
              <a:gd name="connsiteY21" fmla="*/ 26882 h 607710"/>
              <a:gd name="connsiteX22" fmla="*/ 27022 w 609191"/>
              <a:gd name="connsiteY22" fmla="*/ 0 h 60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9191" h="607710">
                <a:moveTo>
                  <a:pt x="231499" y="251036"/>
                </a:moveTo>
                <a:cubicBezTo>
                  <a:pt x="203066" y="251036"/>
                  <a:pt x="180078" y="273989"/>
                  <a:pt x="180078" y="302378"/>
                </a:cubicBezTo>
                <a:cubicBezTo>
                  <a:pt x="180078" y="330666"/>
                  <a:pt x="203066" y="353720"/>
                  <a:pt x="231499" y="353720"/>
                </a:cubicBezTo>
                <a:lnTo>
                  <a:pt x="377694" y="353720"/>
                </a:lnTo>
                <a:cubicBezTo>
                  <a:pt x="406126" y="353720"/>
                  <a:pt x="429114" y="330666"/>
                  <a:pt x="429114" y="302378"/>
                </a:cubicBezTo>
                <a:cubicBezTo>
                  <a:pt x="429114" y="273989"/>
                  <a:pt x="406126" y="251036"/>
                  <a:pt x="377694" y="251036"/>
                </a:cubicBezTo>
                <a:close/>
                <a:moveTo>
                  <a:pt x="24910" y="187916"/>
                </a:moveTo>
                <a:cubicBezTo>
                  <a:pt x="25616" y="187916"/>
                  <a:pt x="26221" y="187916"/>
                  <a:pt x="27027" y="187916"/>
                </a:cubicBezTo>
                <a:lnTo>
                  <a:pt x="582165" y="187916"/>
                </a:lnTo>
                <a:cubicBezTo>
                  <a:pt x="582871" y="187916"/>
                  <a:pt x="583576" y="187916"/>
                  <a:pt x="584282" y="187916"/>
                </a:cubicBezTo>
                <a:lnTo>
                  <a:pt x="584282" y="556972"/>
                </a:lnTo>
                <a:cubicBezTo>
                  <a:pt x="584282" y="584959"/>
                  <a:pt x="561496" y="607710"/>
                  <a:pt x="533467" y="607710"/>
                </a:cubicBezTo>
                <a:lnTo>
                  <a:pt x="75725" y="607710"/>
                </a:lnTo>
                <a:cubicBezTo>
                  <a:pt x="47596" y="607710"/>
                  <a:pt x="24910" y="584959"/>
                  <a:pt x="24910" y="556972"/>
                </a:cubicBezTo>
                <a:close/>
                <a:moveTo>
                  <a:pt x="27022" y="0"/>
                </a:moveTo>
                <a:lnTo>
                  <a:pt x="582170" y="0"/>
                </a:lnTo>
                <a:cubicBezTo>
                  <a:pt x="597092" y="0"/>
                  <a:pt x="609191" y="11981"/>
                  <a:pt x="609191" y="26882"/>
                </a:cubicBezTo>
                <a:lnTo>
                  <a:pt x="609191" y="102293"/>
                </a:lnTo>
                <a:cubicBezTo>
                  <a:pt x="609191" y="117194"/>
                  <a:pt x="597092" y="129276"/>
                  <a:pt x="582170" y="129276"/>
                </a:cubicBezTo>
                <a:lnTo>
                  <a:pt x="27022" y="129276"/>
                </a:lnTo>
                <a:cubicBezTo>
                  <a:pt x="12099" y="129276"/>
                  <a:pt x="0" y="117194"/>
                  <a:pt x="0" y="102293"/>
                </a:cubicBezTo>
                <a:lnTo>
                  <a:pt x="0" y="26882"/>
                </a:lnTo>
                <a:cubicBezTo>
                  <a:pt x="0" y="11981"/>
                  <a:pt x="12099" y="0"/>
                  <a:pt x="270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21"/>
            </p:custDataLst>
          </p:nvPr>
        </p:nvSpPr>
        <p:spPr>
          <a:xfrm>
            <a:off x="4956897" y="4272918"/>
            <a:ext cx="3553862" cy="99920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ct val="100000"/>
            </a:pPr>
            <a:r>
              <a:rPr lang="en-US"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sz="13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健康、QPS、延迟、错误率、命中率、成本等指标分散在各处，缺少端到端可观测与统一告警。</a:t>
            </a:r>
          </a:p>
        </p:txBody>
      </p:sp>
      <p:sp>
        <p:nvSpPr>
          <p:cNvPr id="86" name="文本框 85"/>
          <p:cNvSpPr txBox="1"/>
          <p:nvPr>
            <p:custDataLst>
              <p:tags r:id="rId22"/>
            </p:custDataLst>
          </p:nvPr>
        </p:nvSpPr>
        <p:spPr>
          <a:xfrm>
            <a:off x="4899802" y="3877098"/>
            <a:ext cx="3554741" cy="2691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4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可观测性与运维割裂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1196316" y="466073"/>
            <a:ext cx="6629448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产品全景</a:t>
            </a:r>
          </a:p>
        </p:txBody>
      </p:sp>
      <p:sp>
        <p:nvSpPr>
          <p:cNvPr id="10" name="图形 11"/>
          <p:cNvSpPr/>
          <p:nvPr>
            <p:custDataLst>
              <p:tags r:id="rId4"/>
            </p:custDataLst>
          </p:nvPr>
        </p:nvSpPr>
        <p:spPr>
          <a:xfrm>
            <a:off x="342900" y="1200150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图形 11"/>
          <p:cNvSpPr/>
          <p:nvPr>
            <p:custDataLst>
              <p:tags r:id="rId5"/>
            </p:custDataLst>
          </p:nvPr>
        </p:nvSpPr>
        <p:spPr>
          <a:xfrm rot="16200000">
            <a:off x="342900" y="5158105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800100" y="12001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800100" y="55435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342900" y="1600200"/>
            <a:ext cx="0" cy="37338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5" name="图形 11"/>
          <p:cNvSpPr/>
          <p:nvPr>
            <p:custDataLst>
              <p:tags r:id="rId9"/>
            </p:custDataLst>
          </p:nvPr>
        </p:nvSpPr>
        <p:spPr>
          <a:xfrm rot="5400000">
            <a:off x="8301355" y="1200150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图形 11"/>
          <p:cNvSpPr/>
          <p:nvPr>
            <p:custDataLst>
              <p:tags r:id="rId10"/>
            </p:custDataLst>
          </p:nvPr>
        </p:nvSpPr>
        <p:spPr>
          <a:xfrm rot="10800000">
            <a:off x="8301355" y="5158105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1"/>
            </p:custDataLst>
          </p:nvPr>
        </p:nvCxnSpPr>
        <p:spPr>
          <a:xfrm>
            <a:off x="8801100" y="1600200"/>
            <a:ext cx="0" cy="37338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8" name="图形 11"/>
          <p:cNvSpPr/>
          <p:nvPr>
            <p:custDataLst>
              <p:tags r:id="rId12"/>
            </p:custDataLst>
          </p:nvPr>
        </p:nvSpPr>
        <p:spPr>
          <a:xfrm>
            <a:off x="457200" y="131445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图形 11"/>
          <p:cNvSpPr/>
          <p:nvPr>
            <p:custDataLst>
              <p:tags r:id="rId13"/>
            </p:custDataLst>
          </p:nvPr>
        </p:nvSpPr>
        <p:spPr>
          <a:xfrm rot="16200000">
            <a:off x="457200" y="514350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4"/>
            </p:custDataLst>
          </p:nvPr>
        </p:nvCxnSpPr>
        <p:spPr>
          <a:xfrm>
            <a:off x="800100" y="13144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22" name="直接连接符 21"/>
          <p:cNvCxnSpPr/>
          <p:nvPr>
            <p:custDataLst>
              <p:tags r:id="rId15"/>
            </p:custDataLst>
          </p:nvPr>
        </p:nvCxnSpPr>
        <p:spPr>
          <a:xfrm>
            <a:off x="800100" y="56578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23" name="直接连接符 22"/>
          <p:cNvCxnSpPr/>
          <p:nvPr>
            <p:custDataLst>
              <p:tags r:id="rId16"/>
            </p:custDataLst>
          </p:nvPr>
        </p:nvCxnSpPr>
        <p:spPr>
          <a:xfrm>
            <a:off x="457200" y="1706880"/>
            <a:ext cx="0" cy="35433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24" name="图形 11"/>
          <p:cNvSpPr/>
          <p:nvPr>
            <p:custDataLst>
              <p:tags r:id="rId17"/>
            </p:custDataLst>
          </p:nvPr>
        </p:nvSpPr>
        <p:spPr>
          <a:xfrm rot="5400000">
            <a:off x="8286750" y="131445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图形 11"/>
          <p:cNvSpPr/>
          <p:nvPr>
            <p:custDataLst>
              <p:tags r:id="rId18"/>
            </p:custDataLst>
          </p:nvPr>
        </p:nvSpPr>
        <p:spPr>
          <a:xfrm rot="10800000">
            <a:off x="8286750" y="514350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9"/>
            </p:custDataLst>
          </p:nvPr>
        </p:nvCxnSpPr>
        <p:spPr>
          <a:xfrm>
            <a:off x="8686800" y="1657350"/>
            <a:ext cx="0" cy="35433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2" name="文本框 60"/>
          <p:cNvSpPr txBox="1"/>
          <p:nvPr>
            <p:custDataLst>
              <p:tags r:id="rId20"/>
            </p:custDataLst>
          </p:nvPr>
        </p:nvSpPr>
        <p:spPr>
          <a:xfrm>
            <a:off x="2801607" y="2260075"/>
            <a:ext cx="1069833" cy="3932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endParaRPr sz="1000" spc="150"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: 形状 10"/>
          <p:cNvSpPr/>
          <p:nvPr>
            <p:custDataLst>
              <p:tags r:id="rId21"/>
            </p:custDataLst>
          </p:nvPr>
        </p:nvSpPr>
        <p:spPr>
          <a:xfrm>
            <a:off x="1795780" y="1985645"/>
            <a:ext cx="1750695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统一入口</a:t>
            </a:r>
            <a:r>
              <a:rPr lang="en-US" altLang="zh-CN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95780" y="2344420"/>
            <a:ext cx="1614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2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对上REST，对下多源适配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5" name="任意多边形: 形状 10"/>
          <p:cNvSpPr/>
          <p:nvPr>
            <p:custDataLst>
              <p:tags r:id="rId22"/>
            </p:custDataLst>
          </p:nvPr>
        </p:nvSpPr>
        <p:spPr>
          <a:xfrm>
            <a:off x="5298440" y="1936750"/>
            <a:ext cx="170942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ym typeface="+mn-ea"/>
              </a:rPr>
              <a:t>模型池与路由</a:t>
            </a:r>
            <a:endParaRPr lang="en-US" altLang="zh-CN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8440" y="2344420"/>
            <a:ext cx="17386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标签/等级/健康/QPS/成本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7" name="任意多边形: 形状 10"/>
          <p:cNvSpPr/>
          <p:nvPr>
            <p:custDataLst>
              <p:tags r:id="rId23"/>
            </p:custDataLst>
          </p:nvPr>
        </p:nvSpPr>
        <p:spPr>
          <a:xfrm>
            <a:off x="1795780" y="3045460"/>
            <a:ext cx="1750695" cy="278765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ym typeface="+mn-ea"/>
              </a:rPr>
              <a:t>插件化与服务注册</a:t>
            </a:r>
            <a:endParaRPr lang="en-US" altLang="zh-CN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任意多边形: 形状 10"/>
          <p:cNvSpPr/>
          <p:nvPr>
            <p:custDataLst>
              <p:tags r:id="rId24"/>
            </p:custDataLst>
          </p:nvPr>
        </p:nvSpPr>
        <p:spPr>
          <a:xfrm>
            <a:off x="1795780" y="4294505"/>
            <a:ext cx="175006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ym typeface="+mn-ea"/>
              </a:rPr>
              <a:t>监控与成本治理</a:t>
            </a:r>
            <a:endParaRPr lang="en-US" altLang="zh-CN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: 形状 10"/>
          <p:cNvSpPr/>
          <p:nvPr>
            <p:custDataLst>
              <p:tags r:id="rId25"/>
            </p:custDataLst>
          </p:nvPr>
        </p:nvSpPr>
        <p:spPr>
          <a:xfrm>
            <a:off x="5298440" y="3045460"/>
            <a:ext cx="172593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ym typeface="+mn-ea"/>
              </a:rPr>
              <a:t>提示词模板中心</a:t>
            </a:r>
            <a:endParaRPr lang="en-US" altLang="zh-CN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: 形状 10"/>
          <p:cNvSpPr/>
          <p:nvPr>
            <p:custDataLst>
              <p:tags r:id="rId26"/>
            </p:custDataLst>
          </p:nvPr>
        </p:nvSpPr>
        <p:spPr>
          <a:xfrm>
            <a:off x="5298440" y="4252595"/>
            <a:ext cx="1710055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ym typeface="+mn-ea"/>
              </a:rPr>
              <a:t>前端控制台</a:t>
            </a:r>
            <a:endParaRPr lang="en-US" altLang="zh-CN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812925" y="3429000"/>
            <a:ext cx="19818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latin typeface="+mj-lt"/>
                <a:sym typeface="+mn-ea"/>
              </a:rPr>
              <a:t>热插拔与动态路由</a:t>
            </a:r>
            <a:endParaRPr lang="zh-CN" altLang="en-US" sz="120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67960" y="3429000"/>
            <a:ext cx="17475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2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集中管理/热加载/复用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95780" y="4777740"/>
            <a:ext cx="21736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健康/QPS/命中/成本聚合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298440" y="4777740"/>
            <a:ext cx="19748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仪表盘/配置/发现/历史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1229364" y="455300"/>
            <a:ext cx="5143538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六大亮点</a:t>
            </a:r>
          </a:p>
        </p:txBody>
      </p:sp>
      <p:sp>
        <p:nvSpPr>
          <p:cNvPr id="16" name="任意多边形: 形状 6"/>
          <p:cNvSpPr/>
          <p:nvPr>
            <p:custDataLst>
              <p:tags r:id="rId4"/>
            </p:custDataLst>
          </p:nvPr>
        </p:nvSpPr>
        <p:spPr>
          <a:xfrm>
            <a:off x="1415641" y="1391711"/>
            <a:ext cx="3173912" cy="658665"/>
          </a:xfrm>
          <a:custGeom>
            <a:avLst/>
            <a:gdLst>
              <a:gd name="connsiteX0" fmla="*/ 379416 w 5727700"/>
              <a:gd name="connsiteY0" fmla="*/ 0 h 942975"/>
              <a:gd name="connsiteX1" fmla="*/ 5570534 w 5727700"/>
              <a:gd name="connsiteY1" fmla="*/ 0 h 942975"/>
              <a:gd name="connsiteX2" fmla="*/ 5727700 w 5727700"/>
              <a:gd name="connsiteY2" fmla="*/ 157166 h 942975"/>
              <a:gd name="connsiteX3" fmla="*/ 5727700 w 5727700"/>
              <a:gd name="connsiteY3" fmla="*/ 785809 h 942975"/>
              <a:gd name="connsiteX4" fmla="*/ 5570534 w 5727700"/>
              <a:gd name="connsiteY4" fmla="*/ 942975 h 942975"/>
              <a:gd name="connsiteX5" fmla="*/ 379416 w 5727700"/>
              <a:gd name="connsiteY5" fmla="*/ 942975 h 942975"/>
              <a:gd name="connsiteX6" fmla="*/ 222250 w 5727700"/>
              <a:gd name="connsiteY6" fmla="*/ 785809 h 942975"/>
              <a:gd name="connsiteX7" fmla="*/ 222250 w 5727700"/>
              <a:gd name="connsiteY7" fmla="*/ 345937 h 942975"/>
              <a:gd name="connsiteX8" fmla="*/ 0 w 5727700"/>
              <a:gd name="connsiteY8" fmla="*/ 1 h 942975"/>
              <a:gd name="connsiteX9" fmla="*/ 365126 w 5727700"/>
              <a:gd name="connsiteY9" fmla="*/ 1 h 942975"/>
              <a:gd name="connsiteX10" fmla="*/ 365126 w 5727700"/>
              <a:gd name="connsiteY10" fmla="*/ 288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7700" h="942975">
                <a:moveTo>
                  <a:pt x="379416" y="0"/>
                </a:moveTo>
                <a:lnTo>
                  <a:pt x="5570534" y="0"/>
                </a:lnTo>
                <a:cubicBezTo>
                  <a:pt x="5657334" y="0"/>
                  <a:pt x="5727700" y="70366"/>
                  <a:pt x="5727700" y="157166"/>
                </a:cubicBezTo>
                <a:lnTo>
                  <a:pt x="5727700" y="785809"/>
                </a:lnTo>
                <a:cubicBezTo>
                  <a:pt x="5727700" y="872609"/>
                  <a:pt x="5657334" y="942975"/>
                  <a:pt x="5570534" y="942975"/>
                </a:cubicBezTo>
                <a:lnTo>
                  <a:pt x="379416" y="942975"/>
                </a:lnTo>
                <a:cubicBezTo>
                  <a:pt x="292616" y="942975"/>
                  <a:pt x="222250" y="872609"/>
                  <a:pt x="222250" y="785809"/>
                </a:cubicBezTo>
                <a:lnTo>
                  <a:pt x="222250" y="345937"/>
                </a:lnTo>
                <a:lnTo>
                  <a:pt x="0" y="1"/>
                </a:lnTo>
                <a:lnTo>
                  <a:pt x="365126" y="1"/>
                </a:lnTo>
                <a:lnTo>
                  <a:pt x="365126" y="2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1598247" y="1481023"/>
            <a:ext cx="577980" cy="480039"/>
          </a:xfrm>
          <a:prstGeom prst="rect">
            <a:avLst/>
          </a:prstGeom>
          <a:noFill/>
        </p:spPr>
        <p:txBody>
          <a:bodyPr wrap="square" lIns="67500" tIns="35100" rIns="67500" bIns="35100"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20" name="TextBox 2"/>
          <p:cNvSpPr txBox="1"/>
          <p:nvPr>
            <p:custDataLst>
              <p:tags r:id="rId6"/>
            </p:custDataLst>
          </p:nvPr>
        </p:nvSpPr>
        <p:spPr>
          <a:xfrm>
            <a:off x="2219711" y="1438782"/>
            <a:ext cx="1679639" cy="2952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b="1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多模型统一管理</a:t>
            </a:r>
          </a:p>
        </p:txBody>
      </p:sp>
      <p:sp>
        <p:nvSpPr>
          <p:cNvPr id="21" name="TextBox 2"/>
          <p:cNvSpPr txBox="1"/>
          <p:nvPr>
            <p:custDataLst>
              <p:tags r:id="rId7"/>
            </p:custDataLst>
          </p:nvPr>
        </p:nvSpPr>
        <p:spPr>
          <a:xfrm>
            <a:off x="2219711" y="1745020"/>
            <a:ext cx="2308212" cy="258283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元数据标准化/热加载</a:t>
            </a:r>
          </a:p>
        </p:txBody>
      </p:sp>
      <p:sp>
        <p:nvSpPr>
          <p:cNvPr id="25" name="任意多边形: 形状 24"/>
          <p:cNvSpPr/>
          <p:nvPr>
            <p:custDataLst>
              <p:tags r:id="rId8"/>
            </p:custDataLst>
          </p:nvPr>
        </p:nvSpPr>
        <p:spPr>
          <a:xfrm>
            <a:off x="5174206" y="1407329"/>
            <a:ext cx="3173912" cy="658665"/>
          </a:xfrm>
          <a:custGeom>
            <a:avLst/>
            <a:gdLst>
              <a:gd name="connsiteX0" fmla="*/ 379416 w 5727700"/>
              <a:gd name="connsiteY0" fmla="*/ 0 h 942975"/>
              <a:gd name="connsiteX1" fmla="*/ 5570534 w 5727700"/>
              <a:gd name="connsiteY1" fmla="*/ 0 h 942975"/>
              <a:gd name="connsiteX2" fmla="*/ 5727700 w 5727700"/>
              <a:gd name="connsiteY2" fmla="*/ 157166 h 942975"/>
              <a:gd name="connsiteX3" fmla="*/ 5727700 w 5727700"/>
              <a:gd name="connsiteY3" fmla="*/ 785809 h 942975"/>
              <a:gd name="connsiteX4" fmla="*/ 5570534 w 5727700"/>
              <a:gd name="connsiteY4" fmla="*/ 942975 h 942975"/>
              <a:gd name="connsiteX5" fmla="*/ 379416 w 5727700"/>
              <a:gd name="connsiteY5" fmla="*/ 942975 h 942975"/>
              <a:gd name="connsiteX6" fmla="*/ 222250 w 5727700"/>
              <a:gd name="connsiteY6" fmla="*/ 785809 h 942975"/>
              <a:gd name="connsiteX7" fmla="*/ 222250 w 5727700"/>
              <a:gd name="connsiteY7" fmla="*/ 345937 h 942975"/>
              <a:gd name="connsiteX8" fmla="*/ 0 w 5727700"/>
              <a:gd name="connsiteY8" fmla="*/ 1 h 942975"/>
              <a:gd name="connsiteX9" fmla="*/ 365126 w 5727700"/>
              <a:gd name="connsiteY9" fmla="*/ 1 h 942975"/>
              <a:gd name="connsiteX10" fmla="*/ 365126 w 5727700"/>
              <a:gd name="connsiteY10" fmla="*/ 288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7700" h="942975">
                <a:moveTo>
                  <a:pt x="379416" y="0"/>
                </a:moveTo>
                <a:lnTo>
                  <a:pt x="5570534" y="0"/>
                </a:lnTo>
                <a:cubicBezTo>
                  <a:pt x="5657334" y="0"/>
                  <a:pt x="5727700" y="70366"/>
                  <a:pt x="5727700" y="157166"/>
                </a:cubicBezTo>
                <a:lnTo>
                  <a:pt x="5727700" y="785809"/>
                </a:lnTo>
                <a:cubicBezTo>
                  <a:pt x="5727700" y="872609"/>
                  <a:pt x="5657334" y="942975"/>
                  <a:pt x="5570534" y="942975"/>
                </a:cubicBezTo>
                <a:lnTo>
                  <a:pt x="379416" y="942975"/>
                </a:lnTo>
                <a:cubicBezTo>
                  <a:pt x="292616" y="942975"/>
                  <a:pt x="222250" y="872609"/>
                  <a:pt x="222250" y="785809"/>
                </a:cubicBezTo>
                <a:lnTo>
                  <a:pt x="222250" y="345937"/>
                </a:lnTo>
                <a:lnTo>
                  <a:pt x="0" y="1"/>
                </a:lnTo>
                <a:lnTo>
                  <a:pt x="365126" y="1"/>
                </a:lnTo>
                <a:lnTo>
                  <a:pt x="365126" y="28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5356812" y="1452193"/>
            <a:ext cx="577980" cy="480039"/>
          </a:xfrm>
          <a:prstGeom prst="rect">
            <a:avLst/>
          </a:prstGeom>
          <a:noFill/>
        </p:spPr>
        <p:txBody>
          <a:bodyPr wrap="square" lIns="67500" tIns="35100" rIns="67500" bIns="35100"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28" name="TextBox 2"/>
          <p:cNvSpPr txBox="1"/>
          <p:nvPr>
            <p:custDataLst>
              <p:tags r:id="rId10"/>
            </p:custDataLst>
          </p:nvPr>
        </p:nvSpPr>
        <p:spPr>
          <a:xfrm>
            <a:off x="5978276" y="1409950"/>
            <a:ext cx="1679639" cy="2952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b="1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智能路由</a:t>
            </a:r>
          </a:p>
        </p:txBody>
      </p:sp>
      <p:sp>
        <p:nvSpPr>
          <p:cNvPr id="29" name="TextBox 2"/>
          <p:cNvSpPr txBox="1"/>
          <p:nvPr>
            <p:custDataLst>
              <p:tags r:id="rId11"/>
            </p:custDataLst>
          </p:nvPr>
        </p:nvSpPr>
        <p:spPr>
          <a:xfrm>
            <a:off x="5978276" y="1716189"/>
            <a:ext cx="2308212" cy="258283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多因素评分/Fallback</a:t>
            </a:r>
          </a:p>
        </p:txBody>
      </p:sp>
      <p:sp>
        <p:nvSpPr>
          <p:cNvPr id="31" name="任意多边形: 形状 30"/>
          <p:cNvSpPr/>
          <p:nvPr>
            <p:custDataLst>
              <p:tags r:id="rId12"/>
            </p:custDataLst>
          </p:nvPr>
        </p:nvSpPr>
        <p:spPr>
          <a:xfrm>
            <a:off x="1415641" y="4563022"/>
            <a:ext cx="3173912" cy="658665"/>
          </a:xfrm>
          <a:custGeom>
            <a:avLst/>
            <a:gdLst>
              <a:gd name="connsiteX0" fmla="*/ 379416 w 5727700"/>
              <a:gd name="connsiteY0" fmla="*/ 0 h 942975"/>
              <a:gd name="connsiteX1" fmla="*/ 5570534 w 5727700"/>
              <a:gd name="connsiteY1" fmla="*/ 0 h 942975"/>
              <a:gd name="connsiteX2" fmla="*/ 5727700 w 5727700"/>
              <a:gd name="connsiteY2" fmla="*/ 157166 h 942975"/>
              <a:gd name="connsiteX3" fmla="*/ 5727700 w 5727700"/>
              <a:gd name="connsiteY3" fmla="*/ 785809 h 942975"/>
              <a:gd name="connsiteX4" fmla="*/ 5570534 w 5727700"/>
              <a:gd name="connsiteY4" fmla="*/ 942975 h 942975"/>
              <a:gd name="connsiteX5" fmla="*/ 379416 w 5727700"/>
              <a:gd name="connsiteY5" fmla="*/ 942975 h 942975"/>
              <a:gd name="connsiteX6" fmla="*/ 222250 w 5727700"/>
              <a:gd name="connsiteY6" fmla="*/ 785809 h 942975"/>
              <a:gd name="connsiteX7" fmla="*/ 222250 w 5727700"/>
              <a:gd name="connsiteY7" fmla="*/ 345937 h 942975"/>
              <a:gd name="connsiteX8" fmla="*/ 0 w 5727700"/>
              <a:gd name="connsiteY8" fmla="*/ 1 h 942975"/>
              <a:gd name="connsiteX9" fmla="*/ 365126 w 5727700"/>
              <a:gd name="connsiteY9" fmla="*/ 1 h 942975"/>
              <a:gd name="connsiteX10" fmla="*/ 365126 w 5727700"/>
              <a:gd name="connsiteY10" fmla="*/ 288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7700" h="942975">
                <a:moveTo>
                  <a:pt x="379416" y="0"/>
                </a:moveTo>
                <a:lnTo>
                  <a:pt x="5570534" y="0"/>
                </a:lnTo>
                <a:cubicBezTo>
                  <a:pt x="5657334" y="0"/>
                  <a:pt x="5727700" y="70366"/>
                  <a:pt x="5727700" y="157166"/>
                </a:cubicBezTo>
                <a:lnTo>
                  <a:pt x="5727700" y="785809"/>
                </a:lnTo>
                <a:cubicBezTo>
                  <a:pt x="5727700" y="872609"/>
                  <a:pt x="5657334" y="942975"/>
                  <a:pt x="5570534" y="942975"/>
                </a:cubicBezTo>
                <a:lnTo>
                  <a:pt x="379416" y="942975"/>
                </a:lnTo>
                <a:cubicBezTo>
                  <a:pt x="292616" y="942975"/>
                  <a:pt x="222250" y="872609"/>
                  <a:pt x="222250" y="785809"/>
                </a:cubicBezTo>
                <a:lnTo>
                  <a:pt x="222250" y="345937"/>
                </a:lnTo>
                <a:lnTo>
                  <a:pt x="0" y="1"/>
                </a:lnTo>
                <a:lnTo>
                  <a:pt x="365126" y="1"/>
                </a:lnTo>
                <a:lnTo>
                  <a:pt x="365126" y="28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1598247" y="4652336"/>
            <a:ext cx="577980" cy="480039"/>
          </a:xfrm>
          <a:prstGeom prst="rect">
            <a:avLst/>
          </a:prstGeom>
          <a:noFill/>
        </p:spPr>
        <p:txBody>
          <a:bodyPr wrap="square" lIns="67500" tIns="35100" rIns="67500" bIns="35100"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05</a:t>
            </a:r>
          </a:p>
        </p:txBody>
      </p:sp>
      <p:sp>
        <p:nvSpPr>
          <p:cNvPr id="34" name="TextBox 2"/>
          <p:cNvSpPr txBox="1"/>
          <p:nvPr>
            <p:custDataLst>
              <p:tags r:id="rId14"/>
            </p:custDataLst>
          </p:nvPr>
        </p:nvSpPr>
        <p:spPr>
          <a:xfrm>
            <a:off x="2219711" y="4610094"/>
            <a:ext cx="1679639" cy="2952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b="1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Prompt中心</a:t>
            </a:r>
          </a:p>
        </p:txBody>
      </p:sp>
      <p:sp>
        <p:nvSpPr>
          <p:cNvPr id="35" name="TextBox 2"/>
          <p:cNvSpPr txBox="1"/>
          <p:nvPr>
            <p:custDataLst>
              <p:tags r:id="rId15"/>
            </p:custDataLst>
          </p:nvPr>
        </p:nvSpPr>
        <p:spPr>
          <a:xfrm>
            <a:off x="2219711" y="4916332"/>
            <a:ext cx="2308212" cy="258283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模板沉淀/A-B/热更新</a:t>
            </a:r>
          </a:p>
        </p:txBody>
      </p:sp>
      <p:sp>
        <p:nvSpPr>
          <p:cNvPr id="37" name="任意多边形: 形状 36"/>
          <p:cNvSpPr/>
          <p:nvPr>
            <p:custDataLst>
              <p:tags r:id="rId16"/>
            </p:custDataLst>
          </p:nvPr>
        </p:nvSpPr>
        <p:spPr>
          <a:xfrm>
            <a:off x="5175476" y="4592610"/>
            <a:ext cx="3173912" cy="658665"/>
          </a:xfrm>
          <a:custGeom>
            <a:avLst/>
            <a:gdLst>
              <a:gd name="connsiteX0" fmla="*/ 379416 w 5727700"/>
              <a:gd name="connsiteY0" fmla="*/ 0 h 942975"/>
              <a:gd name="connsiteX1" fmla="*/ 5570534 w 5727700"/>
              <a:gd name="connsiteY1" fmla="*/ 0 h 942975"/>
              <a:gd name="connsiteX2" fmla="*/ 5727700 w 5727700"/>
              <a:gd name="connsiteY2" fmla="*/ 157166 h 942975"/>
              <a:gd name="connsiteX3" fmla="*/ 5727700 w 5727700"/>
              <a:gd name="connsiteY3" fmla="*/ 785809 h 942975"/>
              <a:gd name="connsiteX4" fmla="*/ 5570534 w 5727700"/>
              <a:gd name="connsiteY4" fmla="*/ 942975 h 942975"/>
              <a:gd name="connsiteX5" fmla="*/ 379416 w 5727700"/>
              <a:gd name="connsiteY5" fmla="*/ 942975 h 942975"/>
              <a:gd name="connsiteX6" fmla="*/ 222250 w 5727700"/>
              <a:gd name="connsiteY6" fmla="*/ 785809 h 942975"/>
              <a:gd name="connsiteX7" fmla="*/ 222250 w 5727700"/>
              <a:gd name="connsiteY7" fmla="*/ 345937 h 942975"/>
              <a:gd name="connsiteX8" fmla="*/ 0 w 5727700"/>
              <a:gd name="connsiteY8" fmla="*/ 1 h 942975"/>
              <a:gd name="connsiteX9" fmla="*/ 365126 w 5727700"/>
              <a:gd name="connsiteY9" fmla="*/ 1 h 942975"/>
              <a:gd name="connsiteX10" fmla="*/ 365126 w 5727700"/>
              <a:gd name="connsiteY10" fmla="*/ 288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7700" h="942975">
                <a:moveTo>
                  <a:pt x="379416" y="0"/>
                </a:moveTo>
                <a:lnTo>
                  <a:pt x="5570534" y="0"/>
                </a:lnTo>
                <a:cubicBezTo>
                  <a:pt x="5657334" y="0"/>
                  <a:pt x="5727700" y="70366"/>
                  <a:pt x="5727700" y="157166"/>
                </a:cubicBezTo>
                <a:lnTo>
                  <a:pt x="5727700" y="785809"/>
                </a:lnTo>
                <a:cubicBezTo>
                  <a:pt x="5727700" y="872609"/>
                  <a:pt x="5657334" y="942975"/>
                  <a:pt x="5570534" y="942975"/>
                </a:cubicBezTo>
                <a:lnTo>
                  <a:pt x="379416" y="942975"/>
                </a:lnTo>
                <a:cubicBezTo>
                  <a:pt x="292616" y="942975"/>
                  <a:pt x="222250" y="872609"/>
                  <a:pt x="222250" y="785809"/>
                </a:cubicBezTo>
                <a:lnTo>
                  <a:pt x="222250" y="345937"/>
                </a:lnTo>
                <a:lnTo>
                  <a:pt x="0" y="1"/>
                </a:lnTo>
                <a:lnTo>
                  <a:pt x="365126" y="1"/>
                </a:lnTo>
                <a:lnTo>
                  <a:pt x="365126" y="28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17"/>
            </p:custDataLst>
          </p:nvPr>
        </p:nvSpPr>
        <p:spPr>
          <a:xfrm>
            <a:off x="5358082" y="4681923"/>
            <a:ext cx="577980" cy="480039"/>
          </a:xfrm>
          <a:prstGeom prst="rect">
            <a:avLst/>
          </a:prstGeom>
          <a:noFill/>
        </p:spPr>
        <p:txBody>
          <a:bodyPr wrap="square" lIns="67500" tIns="35100" rIns="67500" bIns="35100"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06</a:t>
            </a:r>
          </a:p>
        </p:txBody>
      </p:sp>
      <p:sp>
        <p:nvSpPr>
          <p:cNvPr id="40" name="TextBox 2"/>
          <p:cNvSpPr txBox="1"/>
          <p:nvPr>
            <p:custDataLst>
              <p:tags r:id="rId18"/>
            </p:custDataLst>
          </p:nvPr>
        </p:nvSpPr>
        <p:spPr>
          <a:xfrm>
            <a:off x="5979546" y="4639682"/>
            <a:ext cx="1679639" cy="2952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b="1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可观可管</a:t>
            </a:r>
          </a:p>
        </p:txBody>
      </p:sp>
      <p:sp>
        <p:nvSpPr>
          <p:cNvPr id="41" name="TextBox 2"/>
          <p:cNvSpPr txBox="1"/>
          <p:nvPr>
            <p:custDataLst>
              <p:tags r:id="rId19"/>
            </p:custDataLst>
          </p:nvPr>
        </p:nvSpPr>
        <p:spPr>
          <a:xfrm>
            <a:off x="5979546" y="4945920"/>
            <a:ext cx="2308212" cy="258283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QPS/健康/成本/历史</a:t>
            </a:r>
          </a:p>
        </p:txBody>
      </p:sp>
      <p:sp>
        <p:nvSpPr>
          <p:cNvPr id="2" name="任意多边形: 形状 6"/>
          <p:cNvSpPr/>
          <p:nvPr>
            <p:custDataLst>
              <p:tags r:id="rId20"/>
            </p:custDataLst>
          </p:nvPr>
        </p:nvSpPr>
        <p:spPr>
          <a:xfrm>
            <a:off x="1415641" y="2953811"/>
            <a:ext cx="3173912" cy="658665"/>
          </a:xfrm>
          <a:custGeom>
            <a:avLst/>
            <a:gdLst>
              <a:gd name="connsiteX0" fmla="*/ 379416 w 5727700"/>
              <a:gd name="connsiteY0" fmla="*/ 0 h 942975"/>
              <a:gd name="connsiteX1" fmla="*/ 5570534 w 5727700"/>
              <a:gd name="connsiteY1" fmla="*/ 0 h 942975"/>
              <a:gd name="connsiteX2" fmla="*/ 5727700 w 5727700"/>
              <a:gd name="connsiteY2" fmla="*/ 157166 h 942975"/>
              <a:gd name="connsiteX3" fmla="*/ 5727700 w 5727700"/>
              <a:gd name="connsiteY3" fmla="*/ 785809 h 942975"/>
              <a:gd name="connsiteX4" fmla="*/ 5570534 w 5727700"/>
              <a:gd name="connsiteY4" fmla="*/ 942975 h 942975"/>
              <a:gd name="connsiteX5" fmla="*/ 379416 w 5727700"/>
              <a:gd name="connsiteY5" fmla="*/ 942975 h 942975"/>
              <a:gd name="connsiteX6" fmla="*/ 222250 w 5727700"/>
              <a:gd name="connsiteY6" fmla="*/ 785809 h 942975"/>
              <a:gd name="connsiteX7" fmla="*/ 222250 w 5727700"/>
              <a:gd name="connsiteY7" fmla="*/ 345937 h 942975"/>
              <a:gd name="connsiteX8" fmla="*/ 0 w 5727700"/>
              <a:gd name="connsiteY8" fmla="*/ 1 h 942975"/>
              <a:gd name="connsiteX9" fmla="*/ 365126 w 5727700"/>
              <a:gd name="connsiteY9" fmla="*/ 1 h 942975"/>
              <a:gd name="connsiteX10" fmla="*/ 365126 w 5727700"/>
              <a:gd name="connsiteY10" fmla="*/ 288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7700" h="942975">
                <a:moveTo>
                  <a:pt x="379416" y="0"/>
                </a:moveTo>
                <a:lnTo>
                  <a:pt x="5570534" y="0"/>
                </a:lnTo>
                <a:cubicBezTo>
                  <a:pt x="5657334" y="0"/>
                  <a:pt x="5727700" y="70366"/>
                  <a:pt x="5727700" y="157166"/>
                </a:cubicBezTo>
                <a:lnTo>
                  <a:pt x="5727700" y="785809"/>
                </a:lnTo>
                <a:cubicBezTo>
                  <a:pt x="5727700" y="872609"/>
                  <a:pt x="5657334" y="942975"/>
                  <a:pt x="5570534" y="942975"/>
                </a:cubicBezTo>
                <a:lnTo>
                  <a:pt x="379416" y="942975"/>
                </a:lnTo>
                <a:cubicBezTo>
                  <a:pt x="292616" y="942975"/>
                  <a:pt x="222250" y="872609"/>
                  <a:pt x="222250" y="785809"/>
                </a:cubicBezTo>
                <a:lnTo>
                  <a:pt x="222250" y="345937"/>
                </a:lnTo>
                <a:lnTo>
                  <a:pt x="0" y="1"/>
                </a:lnTo>
                <a:lnTo>
                  <a:pt x="365126" y="1"/>
                </a:lnTo>
                <a:lnTo>
                  <a:pt x="365126" y="2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1"/>
            </p:custDataLst>
          </p:nvPr>
        </p:nvSpPr>
        <p:spPr>
          <a:xfrm>
            <a:off x="1598247" y="3043123"/>
            <a:ext cx="577980" cy="480039"/>
          </a:xfrm>
          <a:prstGeom prst="rect">
            <a:avLst/>
          </a:prstGeom>
          <a:noFill/>
        </p:spPr>
        <p:txBody>
          <a:bodyPr wrap="square" lIns="67500" tIns="35100" rIns="67500" bIns="35100"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4" name="TextBox 2"/>
          <p:cNvSpPr txBox="1"/>
          <p:nvPr>
            <p:custDataLst>
              <p:tags r:id="rId22"/>
            </p:custDataLst>
          </p:nvPr>
        </p:nvSpPr>
        <p:spPr>
          <a:xfrm>
            <a:off x="2219711" y="3000882"/>
            <a:ext cx="1679639" cy="2952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000" b="1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插件生态</a:t>
            </a:r>
            <a:endParaRPr sz="1000" b="1" spc="1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2"/>
          <p:cNvSpPr txBox="1"/>
          <p:nvPr>
            <p:custDataLst>
              <p:tags r:id="rId23"/>
            </p:custDataLst>
          </p:nvPr>
        </p:nvSpPr>
        <p:spPr>
          <a:xfrm>
            <a:off x="2219711" y="3307120"/>
            <a:ext cx="2308212" cy="258283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@plugin_api/</a:t>
            </a:r>
            <a:r>
              <a:rPr lang="zh-CN" altLang="en-US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双入口</a:t>
            </a:r>
            <a:r>
              <a:rPr lang="en-US" altLang="zh-CN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</a:t>
            </a:r>
            <a:endParaRPr sz="1000" spc="1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30"/>
          <p:cNvSpPr/>
          <p:nvPr>
            <p:custDataLst>
              <p:tags r:id="rId24"/>
            </p:custDataLst>
          </p:nvPr>
        </p:nvSpPr>
        <p:spPr>
          <a:xfrm>
            <a:off x="5174841" y="2953932"/>
            <a:ext cx="3173912" cy="658665"/>
          </a:xfrm>
          <a:custGeom>
            <a:avLst/>
            <a:gdLst>
              <a:gd name="connsiteX0" fmla="*/ 379416 w 5727700"/>
              <a:gd name="connsiteY0" fmla="*/ 0 h 942975"/>
              <a:gd name="connsiteX1" fmla="*/ 5570534 w 5727700"/>
              <a:gd name="connsiteY1" fmla="*/ 0 h 942975"/>
              <a:gd name="connsiteX2" fmla="*/ 5727700 w 5727700"/>
              <a:gd name="connsiteY2" fmla="*/ 157166 h 942975"/>
              <a:gd name="connsiteX3" fmla="*/ 5727700 w 5727700"/>
              <a:gd name="connsiteY3" fmla="*/ 785809 h 942975"/>
              <a:gd name="connsiteX4" fmla="*/ 5570534 w 5727700"/>
              <a:gd name="connsiteY4" fmla="*/ 942975 h 942975"/>
              <a:gd name="connsiteX5" fmla="*/ 379416 w 5727700"/>
              <a:gd name="connsiteY5" fmla="*/ 942975 h 942975"/>
              <a:gd name="connsiteX6" fmla="*/ 222250 w 5727700"/>
              <a:gd name="connsiteY6" fmla="*/ 785809 h 942975"/>
              <a:gd name="connsiteX7" fmla="*/ 222250 w 5727700"/>
              <a:gd name="connsiteY7" fmla="*/ 345937 h 942975"/>
              <a:gd name="connsiteX8" fmla="*/ 0 w 5727700"/>
              <a:gd name="connsiteY8" fmla="*/ 1 h 942975"/>
              <a:gd name="connsiteX9" fmla="*/ 365126 w 5727700"/>
              <a:gd name="connsiteY9" fmla="*/ 1 h 942975"/>
              <a:gd name="connsiteX10" fmla="*/ 365126 w 5727700"/>
              <a:gd name="connsiteY10" fmla="*/ 288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7700" h="942975">
                <a:moveTo>
                  <a:pt x="379416" y="0"/>
                </a:moveTo>
                <a:lnTo>
                  <a:pt x="5570534" y="0"/>
                </a:lnTo>
                <a:cubicBezTo>
                  <a:pt x="5657334" y="0"/>
                  <a:pt x="5727700" y="70366"/>
                  <a:pt x="5727700" y="157166"/>
                </a:cubicBezTo>
                <a:lnTo>
                  <a:pt x="5727700" y="785809"/>
                </a:lnTo>
                <a:cubicBezTo>
                  <a:pt x="5727700" y="872609"/>
                  <a:pt x="5657334" y="942975"/>
                  <a:pt x="5570534" y="942975"/>
                </a:cubicBezTo>
                <a:lnTo>
                  <a:pt x="379416" y="942975"/>
                </a:lnTo>
                <a:cubicBezTo>
                  <a:pt x="292616" y="942975"/>
                  <a:pt x="222250" y="872609"/>
                  <a:pt x="222250" y="785809"/>
                </a:cubicBezTo>
                <a:lnTo>
                  <a:pt x="222250" y="345937"/>
                </a:lnTo>
                <a:lnTo>
                  <a:pt x="0" y="1"/>
                </a:lnTo>
                <a:lnTo>
                  <a:pt x="365126" y="1"/>
                </a:lnTo>
                <a:lnTo>
                  <a:pt x="365126" y="28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5"/>
            </p:custDataLst>
          </p:nvPr>
        </p:nvSpPr>
        <p:spPr>
          <a:xfrm>
            <a:off x="5357447" y="3043246"/>
            <a:ext cx="577980" cy="480039"/>
          </a:xfrm>
          <a:prstGeom prst="rect">
            <a:avLst/>
          </a:prstGeom>
          <a:noFill/>
        </p:spPr>
        <p:txBody>
          <a:bodyPr wrap="square" lIns="67500" tIns="35100" rIns="67500" bIns="35100"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9" name="TextBox 2"/>
          <p:cNvSpPr txBox="1"/>
          <p:nvPr>
            <p:custDataLst>
              <p:tags r:id="rId26"/>
            </p:custDataLst>
          </p:nvPr>
        </p:nvSpPr>
        <p:spPr>
          <a:xfrm>
            <a:off x="5978911" y="3001004"/>
            <a:ext cx="1679639" cy="2952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000" b="1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服务生态</a:t>
            </a:r>
            <a:endParaRPr sz="1000" b="1" spc="1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2"/>
          <p:cNvSpPr txBox="1"/>
          <p:nvPr>
            <p:custDataLst>
              <p:tags r:id="rId27"/>
            </p:custDataLst>
          </p:nvPr>
        </p:nvSpPr>
        <p:spPr>
          <a:xfrm>
            <a:off x="5978911" y="3307242"/>
            <a:ext cx="2308212" cy="258283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注册即入池</a:t>
            </a:r>
            <a:r>
              <a:rPr lang="en-US" altLang="zh-CN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 spc="1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动态代理</a:t>
            </a:r>
            <a:endParaRPr sz="1000" spc="1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64490" y="2228850"/>
            <a:ext cx="2307590" cy="14859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300" b="1" spc="160" dirty="0" err="1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总体架构图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8"/>
          <a:srcRect l="1429" r="1429"/>
          <a:stretch>
            <a:fillRect/>
          </a:stretch>
        </p:blipFill>
        <p:spPr>
          <a:xfrm>
            <a:off x="2782570" y="917575"/>
            <a:ext cx="5904865" cy="47307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000" h="6960">
                <a:moveTo>
                  <a:pt x="0" y="0"/>
                </a:moveTo>
                <a:lnTo>
                  <a:pt x="12000" y="0"/>
                </a:lnTo>
                <a:lnTo>
                  <a:pt x="12000" y="6960"/>
                </a:lnTo>
                <a:lnTo>
                  <a:pt x="0" y="6960"/>
                </a:lnTo>
                <a:lnTo>
                  <a:pt x="0" y="0"/>
                </a:lnTo>
                <a:close/>
              </a:path>
            </a:pathLst>
          </a:custGeom>
          <a:effectLst>
            <a:outerShdw blurRad="457200" dist="50800" dir="27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058176" y="6"/>
            <a:ext cx="1241236" cy="152401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058176" y="1685944"/>
            <a:ext cx="1241236" cy="5715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1196316" y="466073"/>
            <a:ext cx="6629448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关键模块</a:t>
            </a:r>
            <a:endParaRPr sz="3000" b="1" spc="160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图形 11"/>
          <p:cNvSpPr/>
          <p:nvPr>
            <p:custDataLst>
              <p:tags r:id="rId4"/>
            </p:custDataLst>
          </p:nvPr>
        </p:nvSpPr>
        <p:spPr>
          <a:xfrm>
            <a:off x="342900" y="1200150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图形 11"/>
          <p:cNvSpPr/>
          <p:nvPr>
            <p:custDataLst>
              <p:tags r:id="rId5"/>
            </p:custDataLst>
          </p:nvPr>
        </p:nvSpPr>
        <p:spPr>
          <a:xfrm rot="16200000">
            <a:off x="342900" y="5158105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800100" y="12001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800100" y="55435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342900" y="1600200"/>
            <a:ext cx="0" cy="37338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5" name="图形 11"/>
          <p:cNvSpPr/>
          <p:nvPr>
            <p:custDataLst>
              <p:tags r:id="rId9"/>
            </p:custDataLst>
          </p:nvPr>
        </p:nvSpPr>
        <p:spPr>
          <a:xfrm rot="5400000">
            <a:off x="8301355" y="1200150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图形 11"/>
          <p:cNvSpPr/>
          <p:nvPr>
            <p:custDataLst>
              <p:tags r:id="rId10"/>
            </p:custDataLst>
          </p:nvPr>
        </p:nvSpPr>
        <p:spPr>
          <a:xfrm rot="10800000">
            <a:off x="8301355" y="5158105"/>
            <a:ext cx="500380" cy="50038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1"/>
            </p:custDataLst>
          </p:nvPr>
        </p:nvCxnSpPr>
        <p:spPr>
          <a:xfrm>
            <a:off x="8801100" y="1600200"/>
            <a:ext cx="0" cy="37338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8" name="图形 11"/>
          <p:cNvSpPr/>
          <p:nvPr>
            <p:custDataLst>
              <p:tags r:id="rId12"/>
            </p:custDataLst>
          </p:nvPr>
        </p:nvSpPr>
        <p:spPr>
          <a:xfrm>
            <a:off x="457200" y="131445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图形 11"/>
          <p:cNvSpPr/>
          <p:nvPr>
            <p:custDataLst>
              <p:tags r:id="rId13"/>
            </p:custDataLst>
          </p:nvPr>
        </p:nvSpPr>
        <p:spPr>
          <a:xfrm rot="16200000">
            <a:off x="457200" y="514350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4"/>
            </p:custDataLst>
          </p:nvPr>
        </p:nvCxnSpPr>
        <p:spPr>
          <a:xfrm>
            <a:off x="800100" y="13144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22" name="直接连接符 21"/>
          <p:cNvCxnSpPr/>
          <p:nvPr>
            <p:custDataLst>
              <p:tags r:id="rId15"/>
            </p:custDataLst>
          </p:nvPr>
        </p:nvCxnSpPr>
        <p:spPr>
          <a:xfrm>
            <a:off x="800100" y="5657850"/>
            <a:ext cx="7543800" cy="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23" name="直接连接符 22"/>
          <p:cNvCxnSpPr/>
          <p:nvPr>
            <p:custDataLst>
              <p:tags r:id="rId16"/>
            </p:custDataLst>
          </p:nvPr>
        </p:nvCxnSpPr>
        <p:spPr>
          <a:xfrm>
            <a:off x="457200" y="1706880"/>
            <a:ext cx="0" cy="35433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24" name="图形 11"/>
          <p:cNvSpPr/>
          <p:nvPr>
            <p:custDataLst>
              <p:tags r:id="rId17"/>
            </p:custDataLst>
          </p:nvPr>
        </p:nvSpPr>
        <p:spPr>
          <a:xfrm rot="5400000">
            <a:off x="8286750" y="131445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图形 11"/>
          <p:cNvSpPr/>
          <p:nvPr>
            <p:custDataLst>
              <p:tags r:id="rId18"/>
            </p:custDataLst>
          </p:nvPr>
        </p:nvSpPr>
        <p:spPr>
          <a:xfrm rot="10800000">
            <a:off x="8286750" y="5143500"/>
            <a:ext cx="400050" cy="400050"/>
          </a:xfrm>
          <a:custGeom>
            <a:avLst/>
            <a:gdLst>
              <a:gd name="connsiteX0" fmla="*/ 666750 w 666750"/>
              <a:gd name="connsiteY0" fmla="*/ 0 h 666750"/>
              <a:gd name="connsiteX1" fmla="*/ 432435 w 666750"/>
              <a:gd name="connsiteY1" fmla="*/ 0 h 666750"/>
              <a:gd name="connsiteX2" fmla="*/ 182880 w 666750"/>
              <a:gd name="connsiteY2" fmla="*/ 214313 h 666750"/>
              <a:gd name="connsiteX3" fmla="*/ 182880 w 666750"/>
              <a:gd name="connsiteY3" fmla="*/ 214313 h 666750"/>
              <a:gd name="connsiteX4" fmla="*/ 0 w 666750"/>
              <a:gd name="connsiteY4" fmla="*/ 466725 h 666750"/>
              <a:gd name="connsiteX5" fmla="*/ 0 w 666750"/>
              <a:gd name="connsiteY5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6750" h="666750">
                <a:moveTo>
                  <a:pt x="666750" y="0"/>
                </a:moveTo>
                <a:lnTo>
                  <a:pt x="432435" y="0"/>
                </a:lnTo>
                <a:cubicBezTo>
                  <a:pt x="305753" y="0"/>
                  <a:pt x="200978" y="93345"/>
                  <a:pt x="182880" y="214313"/>
                </a:cubicBezTo>
                <a:lnTo>
                  <a:pt x="182880" y="214313"/>
                </a:lnTo>
                <a:cubicBezTo>
                  <a:pt x="76200" y="249555"/>
                  <a:pt x="0" y="349568"/>
                  <a:pt x="0" y="466725"/>
                </a:cubicBezTo>
                <a:lnTo>
                  <a:pt x="0" y="666750"/>
                </a:lnTo>
              </a:path>
            </a:pathLst>
          </a:cu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9"/>
            </p:custDataLst>
          </p:nvPr>
        </p:nvCxnSpPr>
        <p:spPr>
          <a:xfrm>
            <a:off x="8686800" y="1657350"/>
            <a:ext cx="0" cy="3543300"/>
          </a:xfrm>
          <a:prstGeom prst="line">
            <a:avLst/>
          </a:prstGeom>
          <a:noFill/>
          <a:ln w="25400" cap="flat">
            <a:solidFill>
              <a:srgbClr val="BFA77E"/>
            </a:solidFill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2" name="文本框 60"/>
          <p:cNvSpPr txBox="1"/>
          <p:nvPr>
            <p:custDataLst>
              <p:tags r:id="rId20"/>
            </p:custDataLst>
          </p:nvPr>
        </p:nvSpPr>
        <p:spPr>
          <a:xfrm>
            <a:off x="2801607" y="2260075"/>
            <a:ext cx="1069833" cy="3932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endParaRPr sz="1000" spc="150"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: 形状 10"/>
          <p:cNvSpPr/>
          <p:nvPr>
            <p:custDataLst>
              <p:tags r:id="rId21"/>
            </p:custDataLst>
          </p:nvPr>
        </p:nvSpPr>
        <p:spPr>
          <a:xfrm>
            <a:off x="1795780" y="1985645"/>
            <a:ext cx="1750695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400" b="0">
                <a:solidFill>
                  <a:schemeClr val="bg1"/>
                </a:solidFill>
                <a:sym typeface="+mn-ea"/>
              </a:rPr>
              <a:t>API服务层</a:t>
            </a:r>
            <a:endParaRPr lang="en-US" altLang="zh-CN" sz="14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5780" y="2344420"/>
            <a:ext cx="16141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200">
                <a:solidFill>
                  <a:schemeClr val="tx1"/>
                </a:solidFill>
                <a:sym typeface="+mn-ea"/>
              </a:rPr>
              <a:t>入口/参数/路由/异常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5" name="任意多边形: 形状 10"/>
          <p:cNvSpPr/>
          <p:nvPr>
            <p:custDataLst>
              <p:tags r:id="rId22"/>
            </p:custDataLst>
          </p:nvPr>
        </p:nvSpPr>
        <p:spPr>
          <a:xfrm>
            <a:off x="5298440" y="1936750"/>
            <a:ext cx="170942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业务逻辑层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8440" y="2344420"/>
            <a:ext cx="17386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会话/选择/批并发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7" name="任意多边形: 形状 10"/>
          <p:cNvSpPr/>
          <p:nvPr>
            <p:custDataLst>
              <p:tags r:id="rId23"/>
            </p:custDataLst>
          </p:nvPr>
        </p:nvSpPr>
        <p:spPr>
          <a:xfrm>
            <a:off x="1795780" y="3045460"/>
            <a:ext cx="1750695" cy="278765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LLM池与路由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任意多边形: 形状 10"/>
          <p:cNvSpPr/>
          <p:nvPr>
            <p:custDataLst>
              <p:tags r:id="rId24"/>
            </p:custDataLst>
          </p:nvPr>
        </p:nvSpPr>
        <p:spPr>
          <a:xfrm>
            <a:off x="1795780" y="4294505"/>
            <a:ext cx="175006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Prompt中心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任意多边形: 形状 10"/>
          <p:cNvSpPr/>
          <p:nvPr>
            <p:custDataLst>
              <p:tags r:id="rId25"/>
            </p:custDataLst>
          </p:nvPr>
        </p:nvSpPr>
        <p:spPr>
          <a:xfrm>
            <a:off x="5298440" y="3045460"/>
            <a:ext cx="172593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插件</a:t>
            </a:r>
            <a:r>
              <a:rPr lang="zh-CN" sz="1400">
                <a:solidFill>
                  <a:schemeClr val="bg1"/>
                </a:solidFill>
                <a:sym typeface="+mn-ea"/>
              </a:rPr>
              <a:t>及服务注册</a:t>
            </a:r>
            <a:endParaRPr lang="zh-CN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任意多边形: 形状 10"/>
          <p:cNvSpPr/>
          <p:nvPr>
            <p:custDataLst>
              <p:tags r:id="rId26"/>
            </p:custDataLst>
          </p:nvPr>
        </p:nvSpPr>
        <p:spPr>
          <a:xfrm>
            <a:off x="5298440" y="4252595"/>
            <a:ext cx="1710055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统计与状态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812925" y="3429000"/>
            <a:ext cx="19818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状态/选择/限流/健康</a:t>
            </a:r>
            <a:endParaRPr lang="zh-CN" altLang="en-US" sz="120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67960" y="3429000"/>
            <a:ext cx="17475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200">
                <a:solidFill>
                  <a:schemeClr val="tx1"/>
                </a:solidFill>
                <a:sym typeface="+mn-ea"/>
              </a:rPr>
              <a:t>扫描/注册/热加载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95780" y="4777740"/>
            <a:ext cx="21736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模板加载/接口/前端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298440" y="4777740"/>
            <a:ext cx="19748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命中/成本/历史/偏好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571505" y="4494036"/>
            <a:ext cx="1714514" cy="76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dk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1371611" y="1543035"/>
            <a:ext cx="7086657" cy="3771930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chemeClr val="lt1">
                <a:lumMod val="8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457200" y="2408118"/>
            <a:ext cx="1943100" cy="1646387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3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差异化与优势</a:t>
            </a:r>
          </a:p>
        </p:txBody>
      </p:sp>
      <p:sp>
        <p:nvSpPr>
          <p:cNvPr id="2" name="文本框 60"/>
          <p:cNvSpPr txBox="1"/>
          <p:nvPr>
            <p:custDataLst>
              <p:tags r:id="rId6"/>
            </p:custDataLst>
          </p:nvPr>
        </p:nvSpPr>
        <p:spPr>
          <a:xfrm>
            <a:off x="2801607" y="2260075"/>
            <a:ext cx="1069833" cy="3932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endParaRPr sz="1000" spc="150"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: 形状 10"/>
          <p:cNvSpPr/>
          <p:nvPr>
            <p:custDataLst>
              <p:tags r:id="rId7"/>
            </p:custDataLst>
          </p:nvPr>
        </p:nvSpPr>
        <p:spPr>
          <a:xfrm>
            <a:off x="2801620" y="1887855"/>
            <a:ext cx="1750695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400" b="0">
                <a:solidFill>
                  <a:schemeClr val="bg1"/>
                </a:solidFill>
                <a:sym typeface="+mn-ea"/>
              </a:rPr>
              <a:t>中枢定位</a:t>
            </a:r>
            <a:endParaRPr lang="en-US" altLang="zh-CN" sz="14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1620" y="2246630"/>
            <a:ext cx="16141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200">
                <a:solidFill>
                  <a:schemeClr val="tx1"/>
                </a:solidFill>
                <a:sym typeface="+mn-ea"/>
              </a:rPr>
              <a:t>对上治理，对下适配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5" name="任意多边形: 形状 10"/>
          <p:cNvSpPr/>
          <p:nvPr>
            <p:custDataLst>
              <p:tags r:id="rId8"/>
            </p:custDataLst>
          </p:nvPr>
        </p:nvSpPr>
        <p:spPr>
          <a:xfrm>
            <a:off x="6304280" y="1838960"/>
            <a:ext cx="170942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成本-效果平衡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04280" y="2246630"/>
            <a:ext cx="17386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可配置/可度量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7" name="任意多边形: 形状 10"/>
          <p:cNvSpPr/>
          <p:nvPr>
            <p:custDataLst>
              <p:tags r:id="rId9"/>
            </p:custDataLst>
          </p:nvPr>
        </p:nvSpPr>
        <p:spPr>
          <a:xfrm>
            <a:off x="2801620" y="2947670"/>
            <a:ext cx="1750695" cy="278765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400" b="0">
                <a:solidFill>
                  <a:schemeClr val="bg1"/>
                </a:solidFill>
                <a:sym typeface="+mn-ea"/>
              </a:rPr>
              <a:t>开发者友好</a:t>
            </a:r>
            <a:endParaRPr lang="en-US" altLang="zh-CN" sz="14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任意多边形: 形状 10"/>
          <p:cNvSpPr/>
          <p:nvPr>
            <p:custDataLst>
              <p:tags r:id="rId10"/>
            </p:custDataLst>
          </p:nvPr>
        </p:nvSpPr>
        <p:spPr>
          <a:xfrm>
            <a:off x="2801620" y="4196715"/>
            <a:ext cx="175006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微软雅黑" panose="020B0503020204020204" charset="-122"/>
              </a:defRPr>
            </a:pPr>
            <a:r>
              <a:rPr sz="1400" b="0">
                <a:solidFill>
                  <a:schemeClr val="bg1"/>
                </a:solidFill>
                <a:sym typeface="+mn-ea"/>
              </a:rPr>
              <a:t>生态开放</a:t>
            </a:r>
            <a:endParaRPr lang="en-US" altLang="zh-CN" sz="14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4" name="任意多边形: 形状 10"/>
          <p:cNvSpPr/>
          <p:nvPr>
            <p:custDataLst>
              <p:tags r:id="rId11"/>
            </p:custDataLst>
          </p:nvPr>
        </p:nvSpPr>
        <p:spPr>
          <a:xfrm>
            <a:off x="6304280" y="2947670"/>
            <a:ext cx="1725930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运维友好</a:t>
            </a:r>
            <a:endParaRPr lang="zh-CN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任意多边形: 形状 10"/>
          <p:cNvSpPr/>
          <p:nvPr>
            <p:custDataLst>
              <p:tags r:id="rId12"/>
            </p:custDataLst>
          </p:nvPr>
        </p:nvSpPr>
        <p:spPr>
          <a:xfrm>
            <a:off x="6304280" y="4154805"/>
            <a:ext cx="1710055" cy="274320"/>
          </a:xfrm>
          <a:custGeom>
            <a:avLst/>
            <a:gdLst>
              <a:gd name="connsiteX0" fmla="*/ 673904 w 1691424"/>
              <a:gd name="connsiteY0" fmla="*/ 0 h 486170"/>
              <a:gd name="connsiteX1" fmla="*/ 1610394 w 1691424"/>
              <a:gd name="connsiteY1" fmla="*/ 0 h 486170"/>
              <a:gd name="connsiteX2" fmla="*/ 1691424 w 1691424"/>
              <a:gd name="connsiteY2" fmla="*/ 81030 h 486170"/>
              <a:gd name="connsiteX3" fmla="*/ 1691424 w 1691424"/>
              <a:gd name="connsiteY3" fmla="*/ 134369 h 486170"/>
              <a:gd name="connsiteX4" fmla="*/ 1691424 w 1691424"/>
              <a:gd name="connsiteY4" fmla="*/ 351803 h 486170"/>
              <a:gd name="connsiteX5" fmla="*/ 1691424 w 1691424"/>
              <a:gd name="connsiteY5" fmla="*/ 405138 h 486170"/>
              <a:gd name="connsiteX6" fmla="*/ 1610394 w 1691424"/>
              <a:gd name="connsiteY6" fmla="*/ 486168 h 486170"/>
              <a:gd name="connsiteX7" fmla="*/ 1438167 w 1691424"/>
              <a:gd name="connsiteY7" fmla="*/ 486168 h 486170"/>
              <a:gd name="connsiteX8" fmla="*/ 1438148 w 1691424"/>
              <a:gd name="connsiteY8" fmla="*/ 486170 h 486170"/>
              <a:gd name="connsiteX9" fmla="*/ 0 w 1691424"/>
              <a:gd name="connsiteY9" fmla="*/ 486170 h 486170"/>
              <a:gd name="connsiteX10" fmla="*/ 0 w 1691424"/>
              <a:gd name="connsiteY10" fmla="*/ 2 h 486170"/>
              <a:gd name="connsiteX11" fmla="*/ 673894 w 1691424"/>
              <a:gd name="connsiteY11" fmla="*/ 2 h 48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1424" h="486170">
                <a:moveTo>
                  <a:pt x="673904" y="0"/>
                </a:moveTo>
                <a:lnTo>
                  <a:pt x="1610394" y="0"/>
                </a:lnTo>
                <a:cubicBezTo>
                  <a:pt x="1655146" y="0"/>
                  <a:pt x="1691424" y="36278"/>
                  <a:pt x="1691424" y="81030"/>
                </a:cubicBezTo>
                <a:lnTo>
                  <a:pt x="1691424" y="134369"/>
                </a:lnTo>
                <a:lnTo>
                  <a:pt x="1691424" y="351803"/>
                </a:lnTo>
                <a:lnTo>
                  <a:pt x="1691424" y="405138"/>
                </a:lnTo>
                <a:cubicBezTo>
                  <a:pt x="1691424" y="449890"/>
                  <a:pt x="1655146" y="486168"/>
                  <a:pt x="1610394" y="486168"/>
                </a:cubicBezTo>
                <a:lnTo>
                  <a:pt x="1438167" y="486168"/>
                </a:lnTo>
                <a:lnTo>
                  <a:pt x="1438148" y="486170"/>
                </a:lnTo>
                <a:lnTo>
                  <a:pt x="0" y="486170"/>
                </a:lnTo>
                <a:lnTo>
                  <a:pt x="0" y="2"/>
                </a:lnTo>
                <a:lnTo>
                  <a:pt x="673894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1400">
                <a:solidFill>
                  <a:schemeClr val="bg1"/>
                </a:solidFill>
                <a:sym typeface="+mn-ea"/>
              </a:rPr>
              <a:t>可演进</a:t>
            </a:r>
            <a:endParaRPr lang="en-US" altLang="zh-CN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818765" y="3331210"/>
            <a:ext cx="19818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插件/并发/Prompt中心</a:t>
            </a:r>
            <a:endParaRPr lang="zh-CN" altLang="en-US" sz="120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273800" y="3331210"/>
            <a:ext cx="17475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全链路可观测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801620" y="4679950"/>
            <a:ext cx="21736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自研+第三方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304280" y="4679950"/>
            <a:ext cx="19748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400">
                <a:solidFill>
                  <a:srgbClr val="616161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sym typeface="+mn-ea"/>
              </a:rPr>
              <a:t>策略/架构扩展</a:t>
            </a:r>
            <a:endParaRPr lang="zh-CN" altLang="en-US" sz="12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itle 6"/>
          <p:cNvSpPr txBox="1"/>
          <p:nvPr>
            <p:custDataLst>
              <p:tags r:id="rId3"/>
            </p:custDataLst>
          </p:nvPr>
        </p:nvSpPr>
        <p:spPr>
          <a:xfrm>
            <a:off x="808990" y="547370"/>
            <a:ext cx="2066290" cy="6858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sz="33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路 线 图</a:t>
            </a:r>
            <a:endParaRPr sz="20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5129530" y="2688590"/>
            <a:ext cx="3274695" cy="16186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bg2">
                <a:lumMod val="95000"/>
              </a:schemeClr>
            </a:solidFill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二期</a:t>
            </a: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2000" spc="100" dirty="0" err="1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生态市场/安全审计/多租户</a:t>
            </a:r>
          </a:p>
        </p:txBody>
      </p:sp>
      <p:sp>
        <p:nvSpPr>
          <p:cNvPr id="3" name="Title 6"/>
          <p:cNvSpPr txBox="1"/>
          <p:nvPr>
            <p:custDataLst>
              <p:tags r:id="rId5"/>
            </p:custDataLst>
          </p:nvPr>
        </p:nvSpPr>
        <p:spPr>
          <a:xfrm>
            <a:off x="692785" y="2688590"/>
            <a:ext cx="3541395" cy="16186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bg2">
                <a:lumMod val="95000"/>
              </a:schemeClr>
            </a:solidFill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</a:t>
            </a: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2000" spc="60" dirty="0" err="1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服务发现/插件生态/ /自适应路由</a:t>
            </a:r>
            <a:endParaRPr sz="2000" spc="100" dirty="0" err="1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9580" y="661670"/>
            <a:ext cx="2105025" cy="55308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总</a:t>
            </a:r>
            <a:r>
              <a:rPr lang="en-US" sz="30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</a:t>
            </a:r>
            <a:r>
              <a:rPr sz="3000" b="1" spc="16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</a:t>
            </a:r>
            <a:endParaRPr sz="3000" b="1" spc="160" dirty="0" err="1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6" name="圆柱形 15"/>
          <p:cNvSpPr/>
          <p:nvPr/>
        </p:nvSpPr>
        <p:spPr>
          <a:xfrm>
            <a:off x="3986846" y="3665492"/>
            <a:ext cx="480060" cy="221932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统一入口</a:t>
            </a:r>
            <a:endParaRPr lang="zh-CN" altLang="en-US"/>
          </a:p>
        </p:txBody>
      </p:sp>
      <p:sp>
        <p:nvSpPr>
          <p:cNvPr id="17" name="圆柱形 16"/>
          <p:cNvSpPr/>
          <p:nvPr/>
        </p:nvSpPr>
        <p:spPr>
          <a:xfrm>
            <a:off x="6008051" y="3665492"/>
            <a:ext cx="480060" cy="216852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插件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服务生态</a:t>
            </a:r>
            <a:endParaRPr lang="zh-CN" altLang="en-US"/>
          </a:p>
        </p:txBody>
      </p:sp>
      <p:sp>
        <p:nvSpPr>
          <p:cNvPr id="18" name="圆柱形 17"/>
          <p:cNvSpPr/>
          <p:nvPr/>
        </p:nvSpPr>
        <p:spPr>
          <a:xfrm>
            <a:off x="7064056" y="3665492"/>
            <a:ext cx="480060" cy="221996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监控与成本治理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9" name="圆柱形 18"/>
          <p:cNvSpPr/>
          <p:nvPr/>
        </p:nvSpPr>
        <p:spPr>
          <a:xfrm>
            <a:off x="4948871" y="3711212"/>
            <a:ext cx="480060" cy="217360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智能路由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5" name="圆柱形 14"/>
          <p:cNvSpPr/>
          <p:nvPr/>
        </p:nvSpPr>
        <p:spPr>
          <a:xfrm>
            <a:off x="3788726" y="2940322"/>
            <a:ext cx="3945890" cy="81153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总线与中枢</a:t>
            </a:r>
          </a:p>
        </p:txBody>
      </p:sp>
      <p:sp>
        <p:nvSpPr>
          <p:cNvPr id="23" name="对象6"/>
          <p:cNvSpPr/>
          <p:nvPr>
            <p:custDataLst>
              <p:tags r:id="rId4"/>
            </p:custDataLst>
          </p:nvPr>
        </p:nvSpPr>
        <p:spPr>
          <a:xfrm>
            <a:off x="521970" y="3038475"/>
            <a:ext cx="2032635" cy="1650365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15000"/>
            </a:schemeClr>
          </a:solidFill>
        </p:spPr>
        <p:txBody>
          <a:bodyPr lIns="0" tIns="0" rIns="0" bIns="0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对象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97510" y="2798445"/>
            <a:ext cx="2279650" cy="221615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企业</a:t>
            </a:r>
            <a:r>
              <a:rPr lang="en-US" altLang="zh-CN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演进的不息之道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552401" y="1114911"/>
            <a:ext cx="5272304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、四根支柱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构建企业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的“总线与中枢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下箭头 33"/>
          <p:cNvSpPr/>
          <p:nvPr/>
        </p:nvSpPr>
        <p:spPr>
          <a:xfrm>
            <a:off x="6584950" y="3349262"/>
            <a:ext cx="207010" cy="12376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7924800" y="3348627"/>
            <a:ext cx="207010" cy="12350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下箭头 31"/>
          <p:cNvSpPr/>
          <p:nvPr/>
        </p:nvSpPr>
        <p:spPr>
          <a:xfrm>
            <a:off x="5083175" y="3363232"/>
            <a:ext cx="207010" cy="12147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下箭头 32"/>
          <p:cNvSpPr/>
          <p:nvPr/>
        </p:nvSpPr>
        <p:spPr>
          <a:xfrm>
            <a:off x="3560445" y="3334657"/>
            <a:ext cx="207010" cy="12623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9580" y="661670"/>
            <a:ext cx="2105025" cy="55308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000" b="1" spc="160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总</a:t>
            </a:r>
            <a:r>
              <a:rPr lang="en-US" sz="3000" b="1" spc="160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</a:t>
            </a:r>
            <a:r>
              <a:rPr sz="3000" b="1" spc="160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</a:t>
            </a:r>
          </a:p>
        </p:txBody>
      </p:sp>
      <p:sp>
        <p:nvSpPr>
          <p:cNvPr id="23" name="对象6"/>
          <p:cNvSpPr/>
          <p:nvPr>
            <p:custDataLst>
              <p:tags r:id="rId4"/>
            </p:custDataLst>
          </p:nvPr>
        </p:nvSpPr>
        <p:spPr>
          <a:xfrm>
            <a:off x="521970" y="3038475"/>
            <a:ext cx="2032635" cy="1650365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15000"/>
            </a:schemeClr>
          </a:solidFill>
        </p:spPr>
        <p:txBody>
          <a:bodyPr lIns="0" tIns="0" rIns="0" bIns="0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对象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97510" y="2798445"/>
            <a:ext cx="2279650" cy="221615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企业</a:t>
            </a:r>
            <a:r>
              <a:rPr lang="en-US" altLang="zh-CN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演进的不息之道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663950" y="1298297"/>
            <a:ext cx="4572000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、能力中枢</a:t>
            </a:r>
            <a:b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</a:b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  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实现从问题到能力的转变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19755" y="2992392"/>
            <a:ext cx="1147445" cy="3473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集成复杂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103620" y="4597672"/>
            <a:ext cx="1149985" cy="315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可观可管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58030" y="4597037"/>
            <a:ext cx="1252220" cy="3162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智能化调度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096260" y="4597037"/>
            <a:ext cx="1167765" cy="313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标准化接入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558030" y="2992392"/>
            <a:ext cx="1257300" cy="354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治理分散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106160" y="2992392"/>
            <a:ext cx="1144270" cy="3473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成本不可控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513320" y="2977787"/>
            <a:ext cx="1117600" cy="3619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经验难传承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504430" y="4597037"/>
            <a:ext cx="1126490" cy="314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资产可沉淀</a:t>
            </a:r>
          </a:p>
        </p:txBody>
      </p:sp>
      <p:sp>
        <p:nvSpPr>
          <p:cNvPr id="35" name="矩形 34"/>
          <p:cNvSpPr/>
          <p:nvPr/>
        </p:nvSpPr>
        <p:spPr>
          <a:xfrm>
            <a:off x="3300095" y="3705497"/>
            <a:ext cx="5158105" cy="467995"/>
          </a:xfrm>
          <a:prstGeom prst="rect">
            <a:avLst/>
          </a:prstGeom>
          <a:ln>
            <a:gradFill>
              <a:gsLst>
                <a:gs pos="89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AICoreNexus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635" cy="681228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40" y="1144905"/>
            <a:ext cx="7327265" cy="46494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9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5107_1"/>
  <p:tag name="KSO_WM_TEMPLATE_CATEGORY" val="custom"/>
  <p:tag name="KSO_WM_TEMPLATE_INDEX" val="20188997"/>
  <p:tag name="KSO_WM_TEMPLATE_SUBCATEGORY" val="combine"/>
  <p:tag name="KSO_WM_TEMPLATE_THUMBS_INDEX" val="1、2、3、4、6、8、10、12、13、14"/>
  <p:tag name="KSO_WM_TEMPLATE_MASTER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3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frame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4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leftRight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5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7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navigation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8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elt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INDEX" val="20208748"/>
  <p:tag name="KSO_WM_TAG_VERSION" val="1.0"/>
  <p:tag name="KSO_WM_SLIDE_INDEX" val="1"/>
  <p:tag name="KSO_WM_SLIDE_ITEM_CNT" val="0"/>
  <p:tag name="KSO_WM_SLIDE_LAYOUT" val="d"/>
  <p:tag name="KSO_WM_SLIDE_LAYOUT_CNT" val="1"/>
  <p:tag name="KSO_WM_SLIDE_TYPE" val="text"/>
  <p:tag name="KSO_WM_BEAUTIFY_FLAG" val="#wm#"/>
  <p:tag name="KSO_WM_SLIDE_POSITION" val="96*21"/>
  <p:tag name="KSO_WM_SLIDE_SIZE" val="745*497"/>
  <p:tag name="KSO_WM_SLIDE_SUBTYPE" val="picTxt"/>
  <p:tag name="KSO_WM_TEMPLATE_CATEGORY" val="diagram"/>
  <p:tag name="KSO_WM_SLIDE_ID" val="diagram20208748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5-08-19T09:44:15&quot;,&quot;maxSize&quot;:{&quot;size1&quot;:2.2101821214236597},&quot;minSize&quot;:{&quot;size1&quot;:2.2101821214236597},&quot;normalSize&quot;:{&quot;size1&quot;:2.2101821214236597},&quot;subLayout&quot;:[{&quot;id&quot;:&quot;2025-08-19T09:44:15&quot;,&quot;type&quot;:0},{&quot;id&quot;:&quot;2025-08-19T09:44:15&quot;,&quot;margin&quot;:{&quot;bottom&quot;:1.9049999713897705,&quot;left&quot;:5.87399959564209,&quot;right&quot;:3.9690001010894775,&quot;top&quot;:1.4819999933242798},&quot;type&quot;:0}],&quot;type&quot;:0}"/>
  <p:tag name="KSO_WM_SLIDE_BACKGROUND" val="[&quot;general&quot;]"/>
  <p:tag name="KSO_WM_SLIDE_RATIO" val="1.777778"/>
  <p:tag name="KSO_WM_TEMPLATE_SUBCATEGORY" val="21"/>
  <p:tag name="KSO_WM_TEMPLATE_MASTER_TYPE" val="0"/>
  <p:tag name="KSO_WM_TEMPLATE_COLOR_TYPE" val="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features&quot;:[&quot;collage&quot;,&quot;creativecrop&quot;],&quot;support_big_font&quot;:false,&quot;picture_toward&quot;:0,&quot;picture_dockside&quot;:[],&quot;fill_id&quot;:&quot;e67e989b68da4f0993f21a8c58b40ec1&quot;,&quot;fill_align&quot;:&quot;cm&quot;,&quot;chip_types&quot;:[&quot;pictext&quot;,&quot;text&quot;,&quot;picture&quot;,&quot;chart&quot;,&quot;table&quot;,&quot;video&quot;]}]]"/>
  <p:tag name="KSO_WM_CHIP_XID" val="5ef0a3f7978989e612c8e89c"/>
  <p:tag name="KSO_WM_SLIDE_CAN_ADD_NAVIGATION" val="1"/>
  <p:tag name="KSO_WM_CHIP_DECFILLPROP" val="[]"/>
  <p:tag name="KSO_WM_CHIP_GROUPID" val="5ef0a3f7978989e612c8e89b"/>
  <p:tag name="KSO_WM_SLIDE_BACKGROUND_TYPE" val="general"/>
  <p:tag name="KSO_WM_SLIDE_SUPPORT_FEATURE_TYPE" val="5"/>
  <p:tag name="KSO_WM_TEMPLATE_ASSEMBLE_XID" val="60656e7c4054ed1e2fb7f9c2"/>
  <p:tag name="KSO_WM_TEMPLATE_ASSEMBLE_GROUPID" val="60656e7c4054ed1e2fb7f9c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8997"/>
  <p:tag name="KSO_WM_TAG_VERSION" val="1.0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BEAUTIFY_FLAG" val="#wm#"/>
  <p:tag name="KSO_WM_UNIT_ID" val="custom20188997_1*a*1"/>
  <p:tag name="KSO_WM_UNIT_PRESET_TEXT" val="毕业论文答辩模版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8997"/>
  <p:tag name="KSO_WM_TAG_VERSION" val="1.0"/>
  <p:tag name="KSO_WM_UNIT_TYPE" val="b"/>
  <p:tag name="KSO_WM_UNIT_INDEX" val="1"/>
  <p:tag name="KSO_WM_UNIT_LAYERLEVEL" val="1"/>
  <p:tag name="KSO_WM_UNIT_VALUE" val="30"/>
  <p:tag name="KSO_WM_UNIT_ISCONTENTSTITLE" val="0"/>
  <p:tag name="KSO_WM_UNIT_HIGHLIGHT" val="0"/>
  <p:tag name="KSO_WM_UNIT_COMPATIBLE" val="0"/>
  <p:tag name="KSO_WM_BEAUTIFY_FLAG" val="#wm#"/>
  <p:tag name="KSO_WM_UNIT_ID" val="custom20188997_1*b*1"/>
  <p:tag name="KSO_WM_UNIT_PRESET_TEXT" val="答辩学生：XXX    指导老师：XXX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INDEX" val="20208748"/>
  <p:tag name="KSO_WM_TAG_VERSION" val="1.0"/>
  <p:tag name="KSO_WM_SLIDE_INDEX" val="1"/>
  <p:tag name="KSO_WM_SLIDE_ITEM_CNT" val="0"/>
  <p:tag name="KSO_WM_SLIDE_LAYOUT" val="d"/>
  <p:tag name="KSO_WM_SLIDE_LAYOUT_CNT" val="1"/>
  <p:tag name="KSO_WM_SLIDE_TYPE" val="text"/>
  <p:tag name="KSO_WM_BEAUTIFY_FLAG" val="#wm#"/>
  <p:tag name="KSO_WM_SLIDE_POSITION" val="96*21"/>
  <p:tag name="KSO_WM_SLIDE_SIZE" val="745*497"/>
  <p:tag name="KSO_WM_SLIDE_SUBTYPE" val="picTxt"/>
  <p:tag name="KSO_WM_TEMPLATE_CATEGORY" val="diagram"/>
  <p:tag name="KSO_WM_SLIDE_ID" val="diagram20208748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5-08-19T09:44:15&quot;,&quot;maxSize&quot;:{&quot;size1&quot;:2.2101821214236597},&quot;minSize&quot;:{&quot;size1&quot;:2.2101821214236597},&quot;normalSize&quot;:{&quot;size1&quot;:2.2101821214236597},&quot;subLayout&quot;:[{&quot;id&quot;:&quot;2025-08-19T09:44:15&quot;,&quot;type&quot;:0},{&quot;id&quot;:&quot;2025-08-19T09:44:15&quot;,&quot;margin&quot;:{&quot;bottom&quot;:1.9049999713897705,&quot;left&quot;:5.87399959564209,&quot;right&quot;:3.9690001010894775,&quot;top&quot;:1.4819999933242798},&quot;type&quot;:0}],&quot;type&quot;:0}"/>
  <p:tag name="KSO_WM_SLIDE_BACKGROUND" val="[&quot;general&quot;]"/>
  <p:tag name="KSO_WM_SLIDE_RATIO" val="1.777778"/>
  <p:tag name="KSO_WM_TEMPLATE_SUBCATEGORY" val="21"/>
  <p:tag name="KSO_WM_TEMPLATE_MASTER_TYPE" val="0"/>
  <p:tag name="KSO_WM_TEMPLATE_COLOR_TYPE" val="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features&quot;:[&quot;collage&quot;,&quot;creativecrop&quot;],&quot;support_big_font&quot;:false,&quot;picture_toward&quot;:0,&quot;picture_dockside&quot;:[],&quot;fill_id&quot;:&quot;e67e989b68da4f0993f21a8c58b40ec1&quot;,&quot;fill_align&quot;:&quot;cm&quot;,&quot;chip_types&quot;:[&quot;pictext&quot;,&quot;text&quot;,&quot;picture&quot;,&quot;chart&quot;,&quot;table&quot;,&quot;video&quot;]}]]"/>
  <p:tag name="KSO_WM_CHIP_XID" val="5ef0a3f7978989e612c8e89c"/>
  <p:tag name="KSO_WM_SLIDE_CAN_ADD_NAVIGATION" val="1"/>
  <p:tag name="KSO_WM_CHIP_DECFILLPROP" val="[]"/>
  <p:tag name="KSO_WM_CHIP_GROUPID" val="5ef0a3f7978989e612c8e89b"/>
  <p:tag name="KSO_WM_SLIDE_BACKGROUND_TYPE" val="general"/>
  <p:tag name="KSO_WM_SLIDE_SUPPORT_FEATURE_TYPE" val="5"/>
  <p:tag name="KSO_WM_TEMPLATE_ASSEMBLE_XID" val="60656e7c4054ed1e2fb7f9c2"/>
  <p:tag name="KSO_WM_TEMPLATE_ASSEMBLE_GROUPID" val="60656e7c4054ed1e2fb7f9c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8997"/>
  <p:tag name="KSO_WM_TAG_VERSION" val="1.0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BEAUTIFY_FLAG" val="#wm#"/>
  <p:tag name="KSO_WM_UNIT_ID" val="custom20188997_1*a*1"/>
  <p:tag name="KSO_WM_UNIT_PRESET_TEXT" val="毕业论文答辩模版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387_2*a*1"/>
  <p:tag name="KSO_WM_TEMPLATE_CATEGORY" val="diagram"/>
  <p:tag name="KSO_WM_TEMPLATE_INDEX" val="20234387"/>
  <p:tag name="KSO_WM_UNIT_LAYERLEVEL" val="1"/>
  <p:tag name="KSO_WM_TAG_VERSION" val="3.0"/>
  <p:tag name="KSO_WM_BEAUTIFY_FLAG" val="#wm#"/>
  <p:tag name="KSO_WM_DIAGRAM_GROUP_CODE" val="q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64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642"/>
  <p:tag name="KSO_WM_SLIDE_TYPE" val="text"/>
  <p:tag name="KSO_WM_SLIDE_SUBTYPE" val="diag"/>
  <p:tag name="KSO_WM_SLIDE_SIZE" val="849.89*384.05"/>
  <p:tag name="KSO_WM_SLIDE_POSITION" val="48.96*112.15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642_2*n_h_h_f*1_2_1_1"/>
  <p:tag name="KSO_WM_TEMPLATE_CATEGORY" val="diagram"/>
  <p:tag name="KSO_WM_TEMPLATE_INDEX" val="20231642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93"/>
  <p:tag name="KSO_WM_UNIT_TYPE" val="n_h_h_f"/>
  <p:tag name="KSO_WM_UNIT_INDEX" val="1_2_1_1"/>
  <p:tag name="KSO_WM_UNIT_PRESET_TEXT" val="单击此处输入你的正文，文字是您思想的提炼，为了最终演示发布的良好效果，请尽量言简意赅的阐述观点。"/>
  <p:tag name="KSO_WM_UNIT_FILL_TYPE" val="3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642_2*n_h_h_f*1_2_3_1"/>
  <p:tag name="KSO_WM_TEMPLATE_CATEGORY" val="diagram"/>
  <p:tag name="KSO_WM_TEMPLATE_INDEX" val="20231642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93"/>
  <p:tag name="KSO_WM_UNIT_TYPE" val="n_h_h_f"/>
  <p:tag name="KSO_WM_UNIT_INDEX" val="1_2_3_1"/>
  <p:tag name="KSO_WM_UNIT_PRESET_TEXT" val="单击此处输入你的正文，文字是您思想的提炼，为了最终演示发布的良好效果，请尽量言简意赅的阐述观点。"/>
  <p:tag name="KSO_WM_UNIT_FILL_TYPE" val="3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USESOURCEFORMAT_APPL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642_2*n_h_h_f*1_2_2_1"/>
  <p:tag name="KSO_WM_TEMPLATE_CATEGORY" val="diagram"/>
  <p:tag name="KSO_WM_TEMPLATE_INDEX" val="20231642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84"/>
  <p:tag name="KSO_WM_UNIT_TYPE" val="n_h_h_f"/>
  <p:tag name="KSO_WM_UNIT_INDEX" val="1_2_2_1"/>
  <p:tag name="KSO_WM_UNIT_PRESET_TEXT" val="单击此处输入你的正文具体内容，文字是您思想的提炼，为了最终演示发布的良好效果，请尽量言简意赅的阐述观点。"/>
  <p:tag name="KSO_WM_UNIT_FILL_TYPE" val="3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USESOURCEFORMAT_APPLY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42_2*n_h_h_i*1_2_1_1"/>
  <p:tag name="KSO_WM_TEMPLATE_CATEGORY" val="diagram"/>
  <p:tag name="KSO_WM_TEMPLATE_INDEX" val="20231642"/>
  <p:tag name="KSO_WM_UNIT_LAYERLEVEL" val="1_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UNIT_SHADOW_SCHEMECOLOR_INDEX" val="5"/>
  <p:tag name="KSO_WM_UNIT_USESOURCEFORMAT_APPLY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42_2*n_h_h_i*1_2_2_1"/>
  <p:tag name="KSO_WM_TEMPLATE_CATEGORY" val="diagram"/>
  <p:tag name="KSO_WM_TEMPLATE_INDEX" val="20231642"/>
  <p:tag name="KSO_WM_UNIT_LAYERLEVEL" val="1_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UNIT_SHADOW_SCHEMECOLOR_INDEX" val="6"/>
  <p:tag name="KSO_WM_UNIT_USESOURCEFORMAT_APPLY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42_2*n_h_h_i*1_2_3_1"/>
  <p:tag name="KSO_WM_TEMPLATE_CATEGORY" val="diagram"/>
  <p:tag name="KSO_WM_TEMPLATE_INDEX" val="20231642"/>
  <p:tag name="KSO_WM_UNIT_LAYERLEVEL" val="1_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BEAUTIFY_FLAG" val="#wm#"/>
  <p:tag name="KSO_WM_UNIT_FILL_TYPE" val="3"/>
  <p:tag name="KSO_WM_UNIT_SHADOW_SCHEMECOLOR_INDEX" val="7"/>
  <p:tag name="KSO_WM_UNIT_USESOURCEFORMAT_APPLY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DIAGRAM_VERSION" val="3"/>
  <p:tag name="KSO_WM_DIAGRAM_COLOR_TEXT_CAN_REMOVE" val="n"/>
  <p:tag name="KSO_WM_DIAGRAM_MAX_ITEMCNT" val="6"/>
  <p:tag name="KSO_WM_DIAGRAM_VIRTUALLY_FRAME" val="{&quot;height&quot;:380.7437340539647,&quot;left&quot;:-86.52123267947222,&quot;top&quot;:103.60626594603528,&quot;width&quot;:883.9000244140625}"/>
  <p:tag name="KSO_WM_UNIT_HIGHLIGHT" val="0"/>
  <p:tag name="KSO_WM_UNIT_DIAGRAM_ISNUMVISUAL" val="0"/>
  <p:tag name="KSO_WM_UNIT_ID" val="diagram20231642_2*n_h_a*1_1_1"/>
  <p:tag name="KSO_WM_TEMPLATE_INDEX" val="20231642"/>
  <p:tag name="KSO_WM_TAG_VERSION" val="3.0"/>
  <p:tag name="KSO_WM_UNIT_ISCONTENTSTITLE" val="0"/>
  <p:tag name="KSO_WM_UNIT_ISNUMDGMTITLE" val="0"/>
  <p:tag name="KSO_WM_UNIT_NOCLEAR" val="0"/>
  <p:tag name="KSO_WM_UNIT_VALUE" val="42"/>
  <p:tag name="KSO_WM_DIAGRAM_GROUP_CODE" val="n1-1"/>
  <p:tag name="KSO_WM_UNIT_TYPE" val="n_h_a"/>
  <p:tag name="KSO_WM_UNIT_INDEX" val="1_1_1"/>
  <p:tag name="KSO_WM_DIAGRAM_COLOR_TRICK" val="1"/>
  <p:tag name="KSO_WM_DIAGRAM_MIN_ITEMCNT" val="2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BEAUTIFY_FLAG" val="#wm#"/>
  <p:tag name="KSO_WM_UNIT_PRESET_TEXT" val="添加标题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42_2*n_h_i*1_1_1"/>
  <p:tag name="KSO_WM_TEMPLATE_CATEGORY" val="diagram"/>
  <p:tag name="KSO_WM_TEMPLATE_INDEX" val="20231642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437340539647,&quot;left&quot;:-86.52123267947222,&quot;top&quot;:103.60626594603528,&quot;width&quot;:883.900024414062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387_2*a*1"/>
  <p:tag name="KSO_WM_TEMPLATE_CATEGORY" val="diagram"/>
  <p:tag name="KSO_WM_TEMPLATE_INDEX" val="20234387"/>
  <p:tag name="KSO_WM_UNIT_LAYERLEVEL" val="1"/>
  <p:tag name="KSO_WM_TAG_VERSION" val="3.0"/>
  <p:tag name="KSO_WM_BEAUTIFY_FLAG" val="#wm#"/>
  <p:tag name="KSO_WM_DIAGRAM_GROUP_CODE" val="q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855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40"/>
  <p:tag name="KSO_WM_SLIDE_POSITION" val="0*0"/>
  <p:tag name="KSO_WM_TAG_VERSION" val="1.0"/>
  <p:tag name="KSO_WM_BEAUTIFY_FLAG" val="#wm#"/>
  <p:tag name="KSO_WM_TEMPLATE_CATEGORY" val="diagram"/>
  <p:tag name="KSO_WM_TEMPLATE_INDEX" val="20208557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36&quot;,&quot;maxSize&quot;:{&quot;size1&quot;:24.4},&quot;minSize&quot;:{&quot;size1&quot;:22.4},&quot;normalSize&quot;:{&quot;size1&quot;:22.4},&quot;subLayout&quot;:[{&quot;id&quot;:&quot;2021-04-01T15:01:36&quot;,&quot;margin&quot;:{&quot;bottom&quot;:0.02600000612437725,&quot;left&quot;:1.9049999713897705,&quot;right&quot;:6.984750270843506,&quot;top&quot;:2.117000102996826},&quot;type&quot;:0},{&quot;id&quot;:&quot;2021-04-01T15:01:36&quot;,&quot;margin&quot;:{&quot;bottom&quot;:2.9629998207092285,&quot;left&quot;:1.9049999713897705,&quot;right&quot;:1.9049999713897705,&quot;top&quot;:2.0899999141693115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true,&quot;fill_id&quot;:&quot;a6a0dfab663e44c2ba920b65ae69ae35&quot;,&quot;fill_align&quot;:&quot;lm&quot;,&quot;chip_types&quot;:[&quot;header&quot;]},{&quot;text_align&quot;:&quot;lm&quot;,&quot;text_direction&quot;:&quot;horizontal&quot;,&quot;support_features&quot;:[&quot;collage&quot;,&quot;carousel&quot;],&quot;support_big_font&quot;:true,&quot;fill_id&quot;:&quot;374ccdda6b66494bba78fc484e66cf01&quot;,&quot;fill_align&quot;:&quot;cm&quot;,&quot;chip_types&quot;:[&quot;diagram&quot;,&quot;pictext&quot;,&quot;text&quot;,&quot;picture&quot;,&quot;chart&quot;,&quot;table&quot;,&quot;video&quot;]}]]"/>
  <p:tag name="KSO_WM_CHIP_XID" val="5ef2fbd8f1c417157da4526f"/>
  <p:tag name="KSO_WM_CHIP_DECFILLPROP" val="[]"/>
  <p:tag name="KSO_WM_CHIP_GROUPID" val="5ef2fbd8f1c417157da4526e"/>
  <p:tag name="KSO_WM_SLIDE_BACKGROUND_TYPE" val="general"/>
  <p:tag name="KSO_WM_SLIDE_SUPPORT_FEATURE_TYPE" val="3"/>
  <p:tag name="KSO_WM_TEMPLATE_ASSEMBLE_XID" val="60656e7b4054ed1e2fb7f9ba"/>
  <p:tag name="KSO_WM_TEMPLATE_ASSEMBLE_GROUPID" val="60656e7b4054ed1e2fb7f9b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557_1*i*1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f43db63a1bf644c78865d15c43542aff"/>
  <p:tag name="KSO_WM_UNIT_DECORATE_INFO" val="{&quot;ReferentInfo&quot;:{&quot;Id&quot;:&quot;slide&quot;,&quot;X&quot;:{&quot;Pos&quot;:1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f2fbd8f1c417157da4526e"/>
  <p:tag name="KSO_WM_CHIP_XID" val="5ef2fbd8f1c417157da4526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368"/>
  <p:tag name="KSO_WM_TEMPLATE_ASSEMBLE_XID" val="60656e7b4054ed1e2fb7f9ba"/>
  <p:tag name="KSO_WM_TEMPLATE_ASSEMBLE_GROUPID" val="60656e7b4054ed1e2fb7f9b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557_1*i*2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fc6aae100d546ff901883ad23056572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1}"/>
  <p:tag name="KSO_WM_CHIP_GROUPID" val="5ef2fbd8f1c417157da4526e"/>
  <p:tag name="KSO_WM_CHIP_XID" val="5ef2fbd8f1c417157da4526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552"/>
  <p:tag name="KSO_WM_TEMPLATE_ASSEMBLE_XID" val="60656e7b4054ed1e2fb7f9ba"/>
  <p:tag name="KSO_WM_TEMPLATE_ASSEMBLE_GROUPID" val="60656e7b4054ed1e2fb7f9b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557_1*i*3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535f6c6c1df4e639245ebd192f17f4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db1ada81bbf14f0abd7a995662501014&quot;,&quot;X&quot;:{&quot;Pos&quot;:1},&quot;Y&quot;:{&quot;Pos&quot;:1}},&quot;whChangeMode&quot;:0}"/>
  <p:tag name="KSO_WM_CHIP_GROUPID" val="5ef2fbd8f1c417157da4526e"/>
  <p:tag name="KSO_WM_CHIP_XID" val="5ef2fbd8f1c417157da4526f"/>
  <p:tag name="KSO_WM_UNIT_FILL_FORE_SCHEMECOLOR_INDEX_BRIGHTNESS" val="0"/>
  <p:tag name="KSO_WM_UNIT_FILL_FORE_SCHEMECOLOR_INDEX" val="16"/>
  <p:tag name="KSO_WM_UNIT_FILL_TYPE" val="1"/>
  <p:tag name="KSO_WM_UNIT_SHADOW_SCHEMECOLOR_INDEX_BRIGHTNESS" val="0.05"/>
  <p:tag name="KSO_WM_UNIT_SHADOW_SCHEMECOLOR_INDEX" val="13"/>
  <p:tag name="KSO_WM_UNIT_TEXT_FILL_FORE_SCHEMECOLOR_INDEX_BRIGHTNESS" val="0"/>
  <p:tag name="KSO_WM_UNIT_TEXT_FILL_FORE_SCHEMECOLOR_INDEX" val="14"/>
  <p:tag name="KSO_WM_UNIT_TEXT_FILL_TYPE" val="1"/>
  <p:tag name="KSO_WM_UNIT_VALUE" val="840"/>
  <p:tag name="KSO_WM_TEMPLATE_ASSEMBLE_XID" val="60656e7b4054ed1e2fb7f9ba"/>
  <p:tag name="KSO_WM_TEMPLATE_ASSEMBLE_GROUPID" val="60656e7b4054ed1e2fb7f9b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557_1*a*1"/>
  <p:tag name="KSO_WM_TEMPLATE_CATEGORY" val="diagram"/>
  <p:tag name="KSO_WM_TEMPLATE_INDEX" val="20208557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381492a5ea146c5ae329fc626d91fe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70cee656157447a694cf5bf5ffa69147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7b4054ed1e2fb7f9ba"/>
  <p:tag name="KSO_WM_TEMPLATE_ASSEMBLE_GROUPID" val="60656e7b4054ed1e2fb7f9b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10821_1*l_h_i*1_1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CON_FILEID" val="3100597"/>
  <p:tag name="KSO_WM_UNIT_ICON_STYLE" val="1"/>
  <p:tag name="KSO_WM_UNIT_VALUE" val="54*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10821_1*l_h_x*1_1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&#10;您的正文已经经简明扼要，字字珠玑，但信息却千丝万缕、错综复杂，需要用更多的文字来表述；但请您尽可能提炼思想的精髓，否则容易造成观者的阅读压力，适得其反。当您的正文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0821_1*l_h_f*1_1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10821_1*l_h_a*1_1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0821_1*l_h_i*1_2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CON_FILEID" val="3100594"/>
  <p:tag name="KSO_WM_UNIT_ICON_STYLE" val="1"/>
  <p:tag name="KSO_WM_UNIT_VALUE" val="54*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10821_1*l_h_x*1_2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&#10;您的正文已经经简明扼要，字字珠玑，但信息却千丝万缕、错综复杂，需要用更多的文字来表述；但请您尽可能提炼思想的精髓，否则容易造成观者的阅读压力，适得其反。当您的正文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0821_1*l_h_f*1_2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10821_1*l_h_a*1_2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10821_1*l_h_i*1_3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CON_FILEID" val="3100615"/>
  <p:tag name="KSO_WM_UNIT_ICON_STYLE" val="1"/>
  <p:tag name="KSO_WM_UNIT_VALUE" val="54*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10821_1*l_h_x*1_3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&#10;您的正文已经经简明扼要，字字珠玑，但信息却千丝万缕、错综复杂，需要用更多的文字来表述；但请您尽可能提炼思想的精髓，否则容易造成观者的阅读压力，适得其反。当您的正文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0821_1*l_h_f*1_3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10821_1*l_h_a*1_3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10821_1*l_h_i*1_4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CON_FILEID" val="3100136"/>
  <p:tag name="KSO_WM_UNIT_ICON_STYLE" val="1"/>
  <p:tag name="KSO_WM_UNIT_VALUE" val="52*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10821_1*l_h_x*1_4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&#10;您的正文已经经简明扼要，字字珠玑，但信息却千丝万缕、错综复杂，需要用更多的文字来表述；但请您尽可能提炼思想的精髓，否则容易造成观者的阅读压力，适得其反。当您的正文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0821_1*l_h_f*1_4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10821_1*l_h_a*1_4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0"/>
  <p:tag name="KSO_WM_DIAGRAM_VIRTUALLY_FRAME" val="{&quot;height&quot;:313.88574803149606,&quot;left&quot;:52.08850393700787,&quot;top&quot;:139.06425196850392,&quot;width&quot;:624.7114960629922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711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7110"/>
  <p:tag name="KSO_WM_SLIDE_LAYOUT" val="a_d"/>
  <p:tag name="KSO_WM_SLIDE_LAYOUT_CNT" val="1_1"/>
  <p:tag name="KSO_WM_TEMPLATE_THUMBS_INDEX" val="1、4、7、12、13、14、15、16、17、18、20、24、25、28、33、36、40、43、44"/>
  <p:tag name="KSO_WM_SLIDE_SIZE" val="888*468"/>
  <p:tag name="KSO_WM_SLIDE_POSITION" val="36*36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6:16:43&quot;,&quot;maxSize&quot;:{&quot;size1&quot;:33.299650680520394},&quot;minSize&quot;:{&quot;size1&quot;:24.5996506805204},&quot;normalSize&quot;:{&quot;size1&quot;:24.5996506805204},&quot;subLayout&quot;:[{&quot;id&quot;:&quot;2021-04-01T16:16:43&quot;,&quot;margin&quot;:{&quot;bottom&quot;:0.02600000612437725,&quot;left&quot;:3.492750406265259,&quot;right&quot;:3.492750406265259,&quot;top&quot;:2.5399999618530273},&quot;type&quot;:0},{&quot;id&quot;:&quot;2021-04-01T16:16:43&quot;,&quot;margin&quot;:{&quot;bottom&quot;:2.5399999618530273,&quot;left&quot;:3.492750406265259,&quot;right&quot;:3.492750406265259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c5e83f310219e61717cdf3"/>
  <p:tag name="KSO_WM_CHIP_FILLPROP" val="[[{&quot;text_align&quot;:&quot;cm&quot;,&quot;text_direction&quot;:&quot;horizontal&quot;,&quot;support_big_font&quot;:false,&quot;picture_toward&quot;:0,&quot;picture_dockside&quot;:[],&quot;fill_id&quot;:&quot;ba3ff9d51a534949a36d761c038b2272&quot;,&quot;fill_align&quot;:&quot;c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385b67bca2024cfd9b21355f5a1f21ce&quot;,&quot;fill_align&quot;:&quot;cm&quot;,&quot;chip_types&quot;:[&quot;diagram&quot;,&quot;pictext&quot;,&quot;text&quot;,&quot;picture&quot;,&quot;chart&quot;,&quot;table&quot;,&quot;video&quot;]}]]"/>
  <p:tag name="KSO_WM_CHIP_DECFILLPROP" val="[]"/>
  <p:tag name="KSO_WM_CHIP_GROUPID" val="5fc5e83f310219e61717cdf2"/>
  <p:tag name="KSO_WM_SLIDE_BACKGROUND_TYPE" val="general"/>
  <p:tag name="KSO_WM_SLIDE_SUPPORT_FEATURE_TYPE" val="3"/>
  <p:tag name="KSO_WM_TEMPLATE_ASSEMBLE_XID" val="6065706a4054ed1e2fb814f8"/>
  <p:tag name="KSO_WM_TEMPLATE_ASSEMBLE_GROUPID" val="6065706a4054ed1e2fb814f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110_1*a*1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c6468faaa1d34a06b9a7e82560e43b6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2dedad87e30b4c1d801efe0441f09418"/>
  <p:tag name="KSO_WM_UNIT_TEXT_FILL_FORE_SCHEMECOLOR_INDEX_BRIGHTNESS" val="0"/>
  <p:tag name="KSO_WM_UNIT_TEXT_FILL_FORE_SCHEMECOLOR_INDEX" val="13"/>
  <p:tag name="KSO_WM_UNIT_TEXT_FILL_TYPE" val="1"/>
  <p:tag name="KSO_WM_TEMPLATE_ASSEMBLE_XID" val="6065706a4054ed1e2fb814f8"/>
  <p:tag name="KSO_WM_TEMPLATE_ASSEMBLE_GROUPID" val="6065706a4054ed1e2fb814f8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7110_1*i*2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7110_1*i*3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7110_1*i*4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17110_1*i*5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17110_1*i*6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17110_1*i*7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17110_1*i*8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17110_1*i*9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17110_1*i*10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217110_1*i*11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217110_1*i*12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217110_1*i*13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diagram20217110_1*i*14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diagram20217110_1*i*15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diagram20217110_1*i*16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diagram20217110_1*i*17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8967_10*l_h_f*1_2_1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TEXT_FILL_FORE_SCHEMECOLOR_INDEX_BRIGHTNESS" val="0.25"/>
  <p:tag name="KSO_WM_UNIT_TEXT_FILL_FORE_SCHEMECOLOR_INDEX" val="13"/>
  <p:tag name="KSO_WM_UNIT_TEXT_FILL_TYPE" val="1"/>
  <p:tag name="KSO_WM_UNIT_VALUE" val="20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41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48*0"/>
  <p:tag name="KSO_WM_TAG_VERSION" val="1.0"/>
  <p:tag name="KSO_WM_BEAUTIFY_FLAG" val="#wm#"/>
  <p:tag name="KSO_WM_TEMPLATE_CATEGORY" val="diagram"/>
  <p:tag name="KSO_WM_TEMPLATE_INDEX" val="20215841"/>
  <p:tag name="KSO_WM_SLIDE_LAYOUT" val="a_d_f"/>
  <p:tag name="KSO_WM_SLIDE_LAYOUT_CNT" val="1_1_1"/>
  <p:tag name="KSO_WM_SLIDE_LAYOUT_INFO" val="{&quot;direction&quot;:1,&quot;id&quot;:&quot;2021-04-01T16:01:09&quot;,&quot;maxSize&quot;:{&quot;size1&quot;:66.2},&quot;minSize&quot;:{&quot;size1&quot;:58.8},&quot;normalSize&quot;:{&quot;size1&quot;:66.2},&quot;subLayout&quot;:[{&quot;id&quot;:&quot;2021-04-01T16:01:09&quot;,&quot;maxSize&quot;:{&quot;size1&quot;:28.9},&quot;minSize&quot;:{&quot;size1&quot;:20.1},&quot;normalSize&quot;:{&quot;size1&quot;:20.1},&quot;subLayout&quot;:[{&quot;id&quot;:&quot;2021-04-01T16:01:09&quot;,&quot;margin&quot;:{&quot;bottom&quot;:0.02600000612437725,&quot;left&quot;:1.2697499990463257,&quot;right&quot;:1.2502501010894775,&quot;top&quot;:1.6929999589920044},&quot;type&quot;:0},{&quot;id&quot;:&quot;2021-04-01T16:01:09&quot;,&quot;margin&quot;:{&quot;bottom&quot;:1.2699999809265137,&quot;left&quot;:1.2697499990463257,&quot;right&quot;:1.2502501010894775,&quot;top&quot;:0.8199999928474426},&quot;type&quot;:0}]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6:01:09&quot;,&quot;margin&quot;:{&quot;bottom&quot;:1.6929999589920044,&quot;left&quot;:1.290000081062317,&quot;right&quot;:1.2697499990463257,&quot;top&quot;:1.6929999589920044}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baee5998712faa657a445"/>
  <p:tag name="KSO_WM_CHIP_FILLPROP" val="[[{&quot;text_align&quot;:&quot;lb&quot;,&quot;text_direction&quot;:&quot;horizontal&quot;,&quot;support_big_font&quot;:false,&quot;picture_toward&quot;:0,&quot;picture_dockside&quot;:[],&quot;fill_id&quot;:&quot;0c5a428519114871bcdd916aa888acf6&quot;,&quot;fill_align&quot;:&quot;lb&quot;,&quot;chip_types&quot;:[&quot;header&quot;]},{&quot;text_align&quot;:&quot;lt&quot;,&quot;text_direction&quot;:&quot;horizontal&quot;,&quot;support_features&quot;:[&quot;carousel&quot;],&quot;support_big_font&quot;:false,&quot;picture_toward&quot;:0,&quot;picture_dockside&quot;:[],&quot;fill_id&quot;:&quot;6562ffd2b3af45c79be34a9c9ad988fa&quot;,&quot;fill_align&quot;:&quot;lt&quot;,&quot;chip_types&quot;:[&quot;diagram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6255d8b9cb924dff9b3368f954ab42c9&quot;,&quot;fill_align&quot;:&quot;cm&quot;,&quot;chip_types&quot;:[&quot;text&quot;,&quot;picture&quot;]}]]"/>
  <p:tag name="KSO_WM_CHIP_DECFILLPROP" val="[]"/>
  <p:tag name="KSO_WM_CHIP_GROUPID" val="5f0e7c7e2c9c209bb8bb668a"/>
  <p:tag name="KSO_WM_SLIDE_BK_DARK_LIGHT" val="2"/>
  <p:tag name="KSO_WM_SLIDE_BACKGROUND_TYPE" val="leftRight"/>
  <p:tag name="KSO_WM_SLIDE_SUPPORT_FEATURE_TYPE" val="2"/>
  <p:tag name="KSO_WM_TEMPLATE_ASSEMBLE_XID" val="60656fb94054ed1e2fb80f5f"/>
  <p:tag name="KSO_WM_TEMPLATE_ASSEMBLE_GROUPID" val="60656fb94054ed1e2fb80f5f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4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leftRight"/>
  <p:tag name="KSO_WM_SLIDE_BK_DARK_LIGHT" val="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41_1*a*1"/>
  <p:tag name="KSO_WM_TEMPLATE_CATEGORY" val="diagram"/>
  <p:tag name="KSO_WM_TEMPLATE_INDEX" val="20215841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592655eb6eb46268a15250ace2a300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5944bd2c6ef745c7ba3798bf7de26d34"/>
  <p:tag name="KSO_WM_UNIT_TEXT_FILL_FORE_SCHEMECOLOR_INDEX_BRIGHTNESS" val="0"/>
  <p:tag name="KSO_WM_UNIT_TEXT_FILL_FORE_SCHEMECOLOR_INDEX" val="13"/>
  <p:tag name="KSO_WM_UNIT_TEXT_FILL_TYPE" val="1"/>
  <p:tag name="KSO_WM_TEMPLATE_ASSEMBLE_XID" val="60656fb94054ed1e2fb80f5f"/>
  <p:tag name="KSO_WM_TEMPLATE_ASSEMBLE_GROUPID" val="60656fb94054ed1e2fb80f5f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1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1_2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1_2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a*1_1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DIAGRAM_GROUP_CODE" val="l1-1"/>
  <p:tag name="KSO_WM_UNIT_TYPE" val="l_h_a"/>
  <p:tag name="KSO_WM_UNIT_INDEX" val="1_1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f*1_1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SUBTYPE" val="a"/>
  <p:tag name="KSO_WM_UNIT_PRESET_TEXT" val="单击此处添加正文文字是你思想"/>
  <p:tag name="KSO_WM_UNIT_NOCLEAR" val="0"/>
  <p:tag name="KSO_WM_DIAGRAM_GROUP_CODE" val="l1-1"/>
  <p:tag name="KSO_WM_UNIT_TYPE" val="l_h_f"/>
  <p:tag name="KSO_WM_UNIT_INDEX" val="1_1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2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2_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2_2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2_2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a*1_2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DIAGRAM_GROUP_CODE" val="l1-1"/>
  <p:tag name="KSO_WM_UNIT_TYPE" val="l_h_a"/>
  <p:tag name="KSO_WM_UNIT_INDEX" val="1_2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f*1_2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SUBTYPE" val="a"/>
  <p:tag name="KSO_WM_UNIT_PRESET_TEXT" val="单击此处添加正文文字是你思想"/>
  <p:tag name="KSO_WM_UNIT_NOCLEAR" val="0"/>
  <p:tag name="KSO_WM_DIAGRAM_GROUP_CODE" val="l1-1"/>
  <p:tag name="KSO_WM_UNIT_TYPE" val="l_h_f"/>
  <p:tag name="KSO_WM_UNIT_INDEX" val="1_2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3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3_1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3_2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3_2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a*1_3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DIAGRAM_GROUP_CODE" val="l1-1"/>
  <p:tag name="KSO_WM_UNIT_TYPE" val="l_h_a"/>
  <p:tag name="KSO_WM_UNIT_INDEX" val="1_3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f*1_3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SUBTYPE" val="a"/>
  <p:tag name="KSO_WM_UNIT_PRESET_TEXT" val="单击此处添加正文文字是你思想"/>
  <p:tag name="KSO_WM_UNIT_NOCLEAR" val="0"/>
  <p:tag name="KSO_WM_DIAGRAM_GROUP_CODE" val="l1-1"/>
  <p:tag name="KSO_WM_UNIT_TYPE" val="l_h_f"/>
  <p:tag name="KSO_WM_UNIT_INDEX" val="1_3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4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4_1"/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4_2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4_2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a*1_4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ISCONTENTSTITLE" val="0"/>
  <p:tag name="KSO_WM_UNIT_ISNUMDGMTITLE" val="0"/>
  <p:tag name="KSO_WM_UNIT_PRESET_TEXT" val="添加标题"/>
  <p:tag name="KSO_WM_UNIT_NOCLEAR" val="0"/>
  <p:tag name="KSO_WM_DIAGRAM_GROUP_CODE" val="l1-1"/>
  <p:tag name="KSO_WM_UNIT_TYPE" val="l_h_a"/>
  <p:tag name="KSO_WM_UNIT_INDEX" val="1_4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f*1_4_1"/>
  <p:tag name="KSO_WM_TEMPLATE_CATEGORY" val="diagram"/>
  <p:tag name="KSO_WM_TEMPLATE_INDEX" val="20228978"/>
  <p:tag name="KSO_WM_UNIT_LAYERLEVEL" val="1_1_1"/>
  <p:tag name="KSO_WM_TAG_VERSION" val="1.0"/>
  <p:tag name="KSO_WM_BEAUTIFY_FLAG" val="#wm#"/>
  <p:tag name="KSO_WM_UNIT_SUBTYPE" val="a"/>
  <p:tag name="KSO_WM_UNIT_PRESET_TEXT" val="单击此处添加正文文字是你思想"/>
  <p:tag name="KSO_WM_UNIT_NOCLEAR" val="0"/>
  <p:tag name="KSO_WM_DIAGRAM_GROUP_CODE" val="l1-1"/>
  <p:tag name="KSO_WM_UNIT_TYPE" val="l_h_f"/>
  <p:tag name="KSO_WM_UNIT_INDEX" val="1_4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9643307086615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1_1"/>
  <p:tag name="KSO_WM_TEMPLATE_CATEGORY" val="diagram"/>
  <p:tag name="KSO_WM_TEMPLATE_INDEX" val="20228978"/>
  <p:tag name="KSO_WM_UNIT_LAYERLEVEL" val="1_1_1"/>
  <p:tag name="KSO_WM_TAG_VERSION" val="1.0"/>
  <p:tag name="KSO_WM_DIAGRAM_GROUP_CODE" val="l1-1"/>
  <p:tag name="KSO_WM_UNIT_TYPE" val="l_h_i"/>
  <p:tag name="KSO_WM_UNIT_INDEX" val="1_1_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  <p:tag name="KSO_WM_DIAGRAM_VIRTUALLY_FRAME" val="{&quot;height&quot;:351.85724409448824,&quot;left&quot;:111.46779527559059,&quot;top&quot;:105.64645669291338,&quot;width&quot;:254.7643307086615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1_2"/>
  <p:tag name="KSO_WM_TEMPLATE_CATEGORY" val="diagram"/>
  <p:tag name="KSO_WM_TEMPLATE_INDEX" val="20228978"/>
  <p:tag name="KSO_WM_UNIT_LAYERLEVEL" val="1_1_1"/>
  <p:tag name="KSO_WM_TAG_VERSION" val="1.0"/>
  <p:tag name="KSO_WM_DIAGRAM_GROUP_CODE" val="l1-1"/>
  <p:tag name="KSO_WM_UNIT_SUBTYPE" val="d"/>
  <p:tag name="KSO_WM_UNIT_TYPE" val="l_h_i"/>
  <p:tag name="KSO_WM_UNIT_INDEX" val="1_1_2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1.85724409448824,&quot;left&quot;:111.46779527559059,&quot;top&quot;:105.64645669291338,&quot;width&quot;:254.7643307086615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a*1_1_1"/>
  <p:tag name="KSO_WM_TEMPLATE_CATEGORY" val="diagram"/>
  <p:tag name="KSO_WM_TEMPLATE_INDEX" val="20228978"/>
  <p:tag name="KSO_WM_UNIT_LAYERLEVEL" val="1_1_1"/>
  <p:tag name="KSO_WM_TAG_VERSION" val="1.0"/>
  <p:tag name="KSO_WM_UNIT_ISCONTENTSTITLE" val="0"/>
  <p:tag name="KSO_WM_UNIT_ISNUMDGMTITLE" val="0"/>
  <p:tag name="KSO_WM_UNIT_PRESET_TEXT" val="添加标题"/>
  <p:tag name="KSO_WM_UNIT_NOCLEAR" val="0"/>
  <p:tag name="KSO_WM_DIAGRAM_GROUP_CODE" val="l1-1"/>
  <p:tag name="KSO_WM_UNIT_TYPE" val="l_h_a"/>
  <p:tag name="KSO_WM_UNIT_INDEX" val="1_1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1.85724409448824,&quot;left&quot;:111.46779527559059,&quot;top&quot;:105.64645669291338,&quot;width&quot;:254.7643307086615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f*1_1_1"/>
  <p:tag name="KSO_WM_TEMPLATE_CATEGORY" val="diagram"/>
  <p:tag name="KSO_WM_TEMPLATE_INDEX" val="20228978"/>
  <p:tag name="KSO_WM_UNIT_LAYERLEVEL" val="1_1_1"/>
  <p:tag name="KSO_WM_TAG_VERSION" val="1.0"/>
  <p:tag name="KSO_WM_UNIT_SUBTYPE" val="a"/>
  <p:tag name="KSO_WM_UNIT_PRESET_TEXT" val="单击此处添加正文文字是你思想"/>
  <p:tag name="KSO_WM_UNIT_NOCLEAR" val="0"/>
  <p:tag name="KSO_WM_DIAGRAM_GROUP_CODE" val="l1-1"/>
  <p:tag name="KSO_WM_UNIT_TYPE" val="l_h_f"/>
  <p:tag name="KSO_WM_UNIT_INDEX" val="1_1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1.85724409448824,&quot;left&quot;:111.46779527559059,&quot;top&quot;:105.64645669291338,&quot;width&quot;:254.7643307086615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3_1"/>
  <p:tag name="KSO_WM_TEMPLATE_CATEGORY" val="diagram"/>
  <p:tag name="KSO_WM_TEMPLATE_INDEX" val="20228978"/>
  <p:tag name="KSO_WM_UNIT_LAYERLEVEL" val="1_1_1"/>
  <p:tag name="KSO_WM_TAG_VERSION" val="1.0"/>
  <p:tag name="KSO_WM_DIAGRAM_GROUP_CODE" val="l1-1"/>
  <p:tag name="KSO_WM_UNIT_TYPE" val="l_h_i"/>
  <p:tag name="KSO_WM_UNIT_INDEX" val="1_3_1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8643307086614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i*1_3_2"/>
  <p:tag name="KSO_WM_TEMPLATE_CATEGORY" val="diagram"/>
  <p:tag name="KSO_WM_TEMPLATE_INDEX" val="20228978"/>
  <p:tag name="KSO_WM_UNIT_LAYERLEVEL" val="1_1_1"/>
  <p:tag name="KSO_WM_TAG_VERSION" val="1.0"/>
  <p:tag name="KSO_WM_DIAGRAM_GROUP_CODE" val="l1-1"/>
  <p:tag name="KSO_WM_UNIT_SUBTYPE" val="d"/>
  <p:tag name="KSO_WM_UNIT_TYPE" val="l_h_i"/>
  <p:tag name="KSO_WM_UNIT_INDEX" val="1_3_2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8643307086614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a*1_3_1"/>
  <p:tag name="KSO_WM_TEMPLATE_CATEGORY" val="diagram"/>
  <p:tag name="KSO_WM_TEMPLATE_INDEX" val="20228978"/>
  <p:tag name="KSO_WM_UNIT_LAYERLEVEL" val="1_1_1"/>
  <p:tag name="KSO_WM_TAG_VERSION" val="1.0"/>
  <p:tag name="KSO_WM_UNIT_ISCONTENTSTITLE" val="0"/>
  <p:tag name="KSO_WM_UNIT_ISNUMDGMTITLE" val="0"/>
  <p:tag name="KSO_WM_UNIT_PRESET_TEXT" val="添加标题"/>
  <p:tag name="KSO_WM_UNIT_NOCLEAR" val="0"/>
  <p:tag name="KSO_WM_DIAGRAM_GROUP_CODE" val="l1-1"/>
  <p:tag name="KSO_WM_UNIT_TYPE" val="l_h_a"/>
  <p:tag name="KSO_WM_UNIT_INDEX" val="1_3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8643307086614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8978_3*l_h_f*1_3_1"/>
  <p:tag name="KSO_WM_TEMPLATE_CATEGORY" val="diagram"/>
  <p:tag name="KSO_WM_TEMPLATE_INDEX" val="20228978"/>
  <p:tag name="KSO_WM_UNIT_LAYERLEVEL" val="1_1_1"/>
  <p:tag name="KSO_WM_TAG_VERSION" val="1.0"/>
  <p:tag name="KSO_WM_UNIT_SUBTYPE" val="a"/>
  <p:tag name="KSO_WM_UNIT_PRESET_TEXT" val="单击此处添加正文文字是你思想"/>
  <p:tag name="KSO_WM_UNIT_NOCLEAR" val="0"/>
  <p:tag name="KSO_WM_DIAGRAM_GROUP_CODE" val="l1-1"/>
  <p:tag name="KSO_WM_UNIT_TYPE" val="l_h_f"/>
  <p:tag name="KSO_WM_UNIT_INDEX" val="1_3_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354.9403711351256,&quot;left&quot;:111.46779527559059,&quot;top&quot;:102.56332965227602,&quot;width&quot;:545.8643307086614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2700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700"/>
  <p:tag name="KSO_WM_SLIDE_LAYOUT" val="a_d"/>
  <p:tag name="KSO_WM_SLIDE_LAYOUT_CNT" val="1_1"/>
  <p:tag name="KSO_WM_SLIDE_TYPE" val="text"/>
  <p:tag name="KSO_WM_SLIDE_SUBTYPE" val="picTxt"/>
  <p:tag name="KSO_WM_SLIDE_SIZE" val="840*539"/>
  <p:tag name="KSO_WM_SLIDE_POSITION" val="72*0"/>
  <p:tag name="KSO_WM_SLIDE_LAYOUT_INFO" val="{&quot;direction&quot;:1,&quot;id&quot;:&quot;2021-04-01T15:44:12&quot;,&quot;maxSize&quot;:{&quot;size1&quot;:32.5},&quot;minSize&quot;:{&quot;size1&quot;:27.6},&quot;normalSize&quot;:{&quot;size1&quot;:29.318750000000005},&quot;subLayout&quot;:[{&quot;id&quot;:&quot;2021-04-01T15:44:12&quot;,&quot;margin&quot;:{&quot;bottom&quot;:8.043000221252441,&quot;left&quot;:1.9049999713897705,&quot;right&quot;:0.01950000412762165,&quot;top&quot;:5.502999782562256},&quot;type&quot;:0},{&quot;id&quot;:&quot;2021-04-01T15:44:12&quot;,&quot;margin&quot;:{&quot;bottom&quot;:1.6929999589920044,&quot;left&quot;:1.2502501010894775,&quot;right&quot;:1.2697499990463257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71ae53747e3ea6e293f8b1"/>
  <p:tag name="KSO_WM_CHIP_FILLPROP" val="[[{&quot;text_align&quot;:&quot;cm&quot;,&quot;text_direction&quot;:&quot;horizontal&quot;,&quot;support_big_font&quot;:false,&quot;picture_toward&quot;:0,&quot;picture_dockside&quot;:[],&quot;fill_id&quot;:&quot;df5c712fc297497380a16f2214b4abb2&quot;,&quot;fill_align&quot;:&quot;cm&quot;,&quot;chip_types&quot;:[&quot;picture&quot;,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3e9e6b7343cb4479804798c20b3c2800&quot;,&quot;fill_align&quot;:&quot;cm&quot;,&quot;chip_types&quot;:[&quot;text&quot;,&quot;picture&quot;]}],[{&quot;text_align&quot;:&quot;cm&quot;,&quot;text_direction&quot;:&quot;horizontal&quot;,&quot;support_big_font&quot;:false,&quot;picture_toward&quot;:0,&quot;picture_dockside&quot;:[],&quot;fill_id&quot;:&quot;df5c712fc297497380a16f2214b4abb2&quot;,&quot;fill_align&quot;:&quot;cm&quot;,&quot;chip_types&quot;:[&quot;header&quot;]},{&quot;text_align&quot;:&quot;lm&quot;,&quot;text_direction&quot;:&quot;horizontal&quot;,&quot;support_big_font&quot;:false,&quot;picture_toward&quot;:0,&quot;picture_dockside&quot;:[],&quot;fill_id&quot;:&quot;3e9e6b7343cb4479804798c20b3c2800&quot;,&quot;fill_align&quot;:&quot;cm&quot;,&quot;chip_types&quot;:[&quot;diagram&quot;,&quot;chart&quot;,&quot;table&quot;,&quot;video&quot;]}]]"/>
  <p:tag name="KSO_WM_CHIP_DECFILLPROP" val="[]"/>
  <p:tag name="KSO_WM_SLIDE_CAN_ADD_NAVIGATION" val="1"/>
  <p:tag name="KSO_WM_CHIP_GROUPID" val="5f71a5bf747e3ea6e293b57c"/>
  <p:tag name="KSO_WM_SLIDE_BACKGROUND_TYPE" val="general"/>
  <p:tag name="KSO_WM_SLIDE_SUPPORT_FEATURE_TYPE" val="3"/>
  <p:tag name="KSO_WM_TEMPLATE_ASSEMBLE_XID" val="60656f654054ed1e2fb8094f"/>
  <p:tag name="KSO_WM_TEMPLATE_ASSEMBLE_GROUPID" val="60656f654054ed1e2fb8094f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700_1*a*1"/>
  <p:tag name="KSO_WM_TEMPLATE_CATEGORY" val="diagram"/>
  <p:tag name="KSO_WM_TEMPLATE_INDEX" val="2021270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c843ecdca2843529f042c62df2a7a5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30e6f0937e344e7cbc888cc755b3db07"/>
  <p:tag name="KSO_WM_UNIT_SUPPORT_UNIT_TYPE" val="[&quot;d&quot;]"/>
  <p:tag name="KSO_WM_UNIT_TEXT_FILL_FORE_SCHEMECOLOR_INDEX_BRIGHTNESS" val="0"/>
  <p:tag name="KSO_WM_UNIT_TEXT_FILL_FORE_SCHEMECOLOR_INDEX" val="13"/>
  <p:tag name="KSO_WM_UNIT_TEXT_FILL_TYPE" val="1"/>
  <p:tag name="KSO_WM_TEMPLATE_ASSEMBLE_XID" val="60656f654054ed1e2fb8094f"/>
  <p:tag name="KSO_WM_TEMPLATE_ASSEMBLE_GROUPID" val="60656f654054ed1e2fb8094f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227*2115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2700_1*d*1"/>
  <p:tag name="KSO_WM_TEMPLATE_CATEGORY" val="diagram"/>
  <p:tag name="KSO_WM_TEMPLATE_INDEX" val="2021270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a786dfddc6a4482fad0c30733a95687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bcfbcf65e094c4b88411179705d5a1d"/>
  <p:tag name="KSO_WM_UNIT_SUPPORT_UNIT_TYPE" val="[&quot;d&quot;]"/>
  <p:tag name="KSO_WM_TEMPLATE_ASSEMBLE_XID" val="60656f654054ed1e2fb8094f"/>
  <p:tag name="KSO_WM_TEMPLATE_ASSEMBLE_GROUPID" val="60656f654054ed1e2fb8094f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700_1*i*1"/>
  <p:tag name="KSO_WM_TEMPLATE_CATEGORY" val="diagram"/>
  <p:tag name="KSO_WM_TEMPLATE_INDEX" val="20212700"/>
  <p:tag name="KSO_WM_UNIT_LAYERLEVEL" val="1"/>
  <p:tag name="KSO_WM_TAG_VERSION" val="1.0"/>
  <p:tag name="KSO_WM_BEAUTIFY_FLAG" val="#wm#"/>
  <p:tag name="KSO_WM_UNIT_BLOCK" val="0"/>
  <p:tag name="KSO_WM_UNIT_SM_LIMIT_TYPE" val="3"/>
  <p:tag name="KSO_WM_UNIT_DEC_AREA_ID" val="90c1289276d743fab4505b5e48370bea"/>
  <p:tag name="KSO_WM_UNIT_DECORATE_INFO" val="{&quot;DecorateInfoH&quot;:{&quot;IsAbs&quot;:true},&quot;DecorateInfoW&quot;:{&quot;IsAbs&quot;:false},&quot;DecorateInfoX&quot;:{&quot;IsAbs&quot;:true,&quot;Pos&quot;:1},&quot;DecorateInfoY&quot;:{&quot;IsAbs&quot;:true,&quot;Pos&quot;:2},&quot;ReferentInfo&quot;:{&quot;Id&quot;:&quot;9c843ecdca2843529f042c62df2a7a50&quot;,&quot;X&quot;:{&quot;Pos&quot;:1},&quot;Y&quot;:{&quot;Pos&quot;:0}},&quot;whChangeMode&quot;:0}"/>
  <p:tag name="KSO_WM_CHIP_GROUPID" val="5f71a5bf747e3ea6e293b57c"/>
  <p:tag name="KSO_WM_CHIP_XID" val="5f71ae53747e3ea6e293f8b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0"/>
  <p:tag name="KSO_WM_TEMPLATE_ASSEMBLE_XID" val="60656f654054ed1e2fb8094f"/>
  <p:tag name="KSO_WM_TEMPLATE_ASSEMBLE_GROUPID" val="60656f654054ed1e2fb8094f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700_1*i*2"/>
  <p:tag name="KSO_WM_TEMPLATE_CATEGORY" val="diagram"/>
  <p:tag name="KSO_WM_TEMPLATE_INDEX" val="20212700"/>
  <p:tag name="KSO_WM_UNIT_LAYERLEVEL" val="1"/>
  <p:tag name="KSO_WM_TAG_VERSION" val="1.0"/>
  <p:tag name="KSO_WM_BEAUTIFY_FLAG" val="#wm#"/>
  <p:tag name="KSO_WM_UNIT_BLOCK" val="0"/>
  <p:tag name="KSO_WM_UNIT_SM_LIMIT_TYPE" val="3"/>
  <p:tag name="KSO_WM_UNIT_DEC_AREA_ID" val="0760392e15c546d0951f20b38252ffa0"/>
  <p:tag name="KSO_WM_UNIT_DECORATE_INFO" val="{&quot;DecorateInfoH&quot;:{&quot;IsAbs&quot;:true},&quot;DecorateInfoW&quot;:{&quot;IsAbs&quot;:false},&quot;DecorateInfoX&quot;:{&quot;IsAbs&quot;:true,&quot;Pos&quot;:1},&quot;DecorateInfoY&quot;:{&quot;IsAbs&quot;:true,&quot;Pos&quot;:0},&quot;ReferentInfo&quot;:{&quot;Id&quot;:&quot;9c843ecdca2843529f042c62df2a7a50&quot;,&quot;X&quot;:{&quot;Pos&quot;:1},&quot;Y&quot;:{&quot;Pos&quot;:0}},&quot;whChangeMode&quot;:0}"/>
  <p:tag name="KSO_WM_CHIP_GROUPID" val="5f71a5bf747e3ea6e293b57c"/>
  <p:tag name="KSO_WM_CHIP_XID" val="5f71ae53747e3ea6e293f8b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6"/>
  <p:tag name="KSO_WM_TEMPLATE_ASSEMBLE_XID" val="60656f654054ed1e2fb8094f"/>
  <p:tag name="KSO_WM_TEMPLATE_ASSEMBLE_GROUPID" val="60656f654054ed1e2fb8094f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711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7110"/>
  <p:tag name="KSO_WM_SLIDE_LAYOUT" val="a_d"/>
  <p:tag name="KSO_WM_SLIDE_LAYOUT_CNT" val="1_1"/>
  <p:tag name="KSO_WM_TEMPLATE_THUMBS_INDEX" val="1、4、7、12、13、14、15、16、17、18、20、24、25、28、33、36、40、43、44"/>
  <p:tag name="KSO_WM_SLIDE_SIZE" val="888*468"/>
  <p:tag name="KSO_WM_SLIDE_POSITION" val="36*36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6:16:43&quot;,&quot;maxSize&quot;:{&quot;size1&quot;:33.299650680520394},&quot;minSize&quot;:{&quot;size1&quot;:24.5996506805204},&quot;normalSize&quot;:{&quot;size1&quot;:24.5996506805204},&quot;subLayout&quot;:[{&quot;id&quot;:&quot;2021-04-01T16:16:43&quot;,&quot;margin&quot;:{&quot;bottom&quot;:0.02600000612437725,&quot;left&quot;:3.492750406265259,&quot;right&quot;:3.492750406265259,&quot;top&quot;:2.5399999618530273},&quot;type&quot;:0},{&quot;id&quot;:&quot;2021-04-01T16:16:43&quot;,&quot;margin&quot;:{&quot;bottom&quot;:2.5399999618530273,&quot;left&quot;:3.492750406265259,&quot;right&quot;:3.492750406265259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c5e83f310219e61717cdf3"/>
  <p:tag name="KSO_WM_CHIP_FILLPROP" val="[[{&quot;text_align&quot;:&quot;cm&quot;,&quot;text_direction&quot;:&quot;horizontal&quot;,&quot;support_big_font&quot;:false,&quot;picture_toward&quot;:0,&quot;picture_dockside&quot;:[],&quot;fill_id&quot;:&quot;ba3ff9d51a534949a36d761c038b2272&quot;,&quot;fill_align&quot;:&quot;cm&quot;,&quot;chip_types&quot;:[&quot;header&quot;]},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385b67bca2024cfd9b21355f5a1f21ce&quot;,&quot;fill_align&quot;:&quot;cm&quot;,&quot;chip_types&quot;:[&quot;diagram&quot;,&quot;pictext&quot;,&quot;text&quot;,&quot;picture&quot;,&quot;chart&quot;,&quot;table&quot;,&quot;video&quot;]}]]"/>
  <p:tag name="KSO_WM_CHIP_DECFILLPROP" val="[]"/>
  <p:tag name="KSO_WM_CHIP_GROUPID" val="5fc5e83f310219e61717cdf2"/>
  <p:tag name="KSO_WM_SLIDE_BACKGROUND_TYPE" val="general"/>
  <p:tag name="KSO_WM_SLIDE_SUPPORT_FEATURE_TYPE" val="3"/>
  <p:tag name="KSO_WM_TEMPLATE_ASSEMBLE_XID" val="6065706a4054ed1e2fb814f8"/>
  <p:tag name="KSO_WM_TEMPLATE_ASSEMBLE_GROUPID" val="6065706a4054ed1e2fb814f8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110_1*a*1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c6468faaa1d34a06b9a7e82560e43b6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2dedad87e30b4c1d801efe0441f09418"/>
  <p:tag name="KSO_WM_UNIT_TEXT_FILL_FORE_SCHEMECOLOR_INDEX_BRIGHTNESS" val="0"/>
  <p:tag name="KSO_WM_UNIT_TEXT_FILL_FORE_SCHEMECOLOR_INDEX" val="13"/>
  <p:tag name="KSO_WM_UNIT_TEXT_FILL_TYPE" val="1"/>
  <p:tag name="KSO_WM_TEMPLATE_ASSEMBLE_XID" val="6065706a4054ed1e2fb814f8"/>
  <p:tag name="KSO_WM_TEMPLATE_ASSEMBLE_GROUPID" val="6065706a4054ed1e2fb814f8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7110_1*i*2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7110_1*i*3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7110_1*i*4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17110_1*i*5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17110_1*i*6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17110_1*i*7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17110_1*i*8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17110_1*i*9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17110_1*i*10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217110_1*i*11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diagram20217110_1*i*12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diagram20217110_1*i*13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diagram20217110_1*i*14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diagram20217110_1*i*15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diagram20217110_1*i*16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UNIT_TEXT_FILL_FORE_SCHEMECOLOR_INDEX_BRIGHTNESS" val="0"/>
  <p:tag name="KSO_WM_UNIT_TEXT_FILL_FORE_SCHEMECOLOR_INDEX" val="13"/>
  <p:tag name="KSO_WM_UNIT_TEXT_FILL_TYPE" val="1"/>
  <p:tag name="KSO_WM_UNIT_VALUE" val="4"/>
  <p:tag name="KSO_WM_TEMPLATE_ASSEMBLE_XID" val="6065706a4054ed1e2fb814f8"/>
  <p:tag name="KSO_WM_TEMPLATE_ASSEMBLE_GROUPID" val="6065706a4054ed1e2fb814f8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diagram20217110_1*i*17"/>
  <p:tag name="KSO_WM_TEMPLATE_CATEGORY" val="diagram"/>
  <p:tag name="KSO_WM_TEMPLATE_INDEX" val="20217110"/>
  <p:tag name="KSO_WM_UNIT_LAYERLEVEL" val="1"/>
  <p:tag name="KSO_WM_TAG_VERSION" val="1.0"/>
  <p:tag name="KSO_WM_BEAUTIFY_FLAG" val="#wm#"/>
  <p:tag name="KSO_WM_UNIT_SM_LIMIT_TYPE" val="2"/>
  <p:tag name="KSO_WM_CHIP_GROUPID" val="5fc5e83f310219e61717cdf2"/>
  <p:tag name="KSO_WM_CHIP_XID" val="5fc5e83f310219e61717cdf3"/>
  <p:tag name="KSO_WM_TEMPLATE_ASSEMBLE_XID" val="6065706a4054ed1e2fb814f8"/>
  <p:tag name="KSO_WM_TEMPLATE_ASSEMBLE_GROUPID" val="6065706a4054ed1e2fb814f8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8967_10*l_h_f*1_2_1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TEXT_FILL_FORE_SCHEMECOLOR_INDEX_BRIGHTNESS" val="0.25"/>
  <p:tag name="KSO_WM_UNIT_TEXT_FILL_FORE_SCHEMECOLOR_INDEX" val="13"/>
  <p:tag name="KSO_WM_UNIT_TEXT_FILL_TYPE" val="1"/>
  <p:tag name="KSO_WM_UNIT_VALUE" val="20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0840"/>
  <p:tag name="KSO_WM_SLIDE_LAYOUT_INFO" val="{&quot;direction&quot;:1,&quot;id&quot;:&quot;2021-04-01T14:58:29&quot;,&quot;maxSize&quot;:{&quot;size1&quot;:32.5},&quot;minSize&quot;:{&quot;size1&quot;:32.5},&quot;normalSize&quot;:{&quot;size1&quot;:32.5},&quot;subLayout&quot;:[{&quot;id&quot;:&quot;2021-04-01T14:58:29&quot;,&quot;margin&quot;:{&quot;bottom&quot;:6.7729997634887695,&quot;left&quot;:1.2697499990463257,&quot;right&quot;:1.5877501964569092,&quot;top&quot;:5.927000999450684},&quot;type&quot;:0},{&quot;id&quot;:&quot;2021-04-01T14:58:29&quot;,&quot;margin&quot;:{&quot;bottom&quot;:4.2330002784729,&quot;left&quot;:0.3172500431537628,&quot;right&quot;:3.492750406265259,&quot;top&quot;:4.2330002784729},&quot;type&quot;:0}],&quot;type&quot;:0}"/>
  <p:tag name="KSO_WM_SLIDE_RATIO" val="1.777778"/>
  <p:tag name="KSO_WM_CHIP_INFOS" val="{&quot;layout_type&quot;:&quot;leftright&quot;,&quot;layout_feature&quot;:1,&quot;tags&quot;:{&quot;style&quot;:[&quot;商务&quot;,&quot;简约&quot;,&quot;文艺清新&quot;,&quot;卡通&quot;,&quot;欧美风&quot;,&quot;黑板风&quot;,&quot;渐变风&quot;]},&quot;slide_type&quot;:[&quot;text&quot;],&quot;aspect_ratio&quot;:&quot;16:9&quot;,&quot;diagram&quot;:{&quot;type&quot;:[],&quot;direction&quot;:0,&quot;isSupportDecBetweenItems&quot;:false}}"/>
  <p:tag name="KSO_WM_CHIP_XID" val="5ed21bffdaf2e53b70be3ec4"/>
  <p:tag name="KSO_WM_CHIP_FILLPROP" val="[[{&quot;fill_id&quot;:&quot;9a355c80c5954ee09524de9ebc4c51fa&quot;,&quot;fill_align&quot;:&quot;cm&quot;,&quot;text_align&quot;:&quot;cm&quot;,&quot;text_direction&quot;:&quot;horizontal&quot;,&quot;chip_types&quot;:[&quot;header&quot;]},{&quot;fill_id&quot;:&quot;d54c11053c694c528a73c81ffd135bd4&quot;,&quot;fill_align&quot;:&quot;cm&quot;,&quot;text_align&quot;:&quot;lm&quot;,&quot;text_direction&quot;:&quot;horizontal&quot;,&quot;chip_types&quot;:[&quot;diagram&quot;,&quot;pictext&quot;,&quot;text&quot;,&quot;picture&quot;,&quot;chart&quot;,&quot;table&quot;,&quot;video&quot;],&quot;support_features&quot;:[&quot;collage&quot;,&quot;carousel&quot;]}]]"/>
  <p:tag name="KSO_WM_SLIDE_ID" val="diagram2021084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40*396"/>
  <p:tag name="KSO_WM_SLIDE_POSITION" val="48*71"/>
  <p:tag name="KSO_WM_TAG_VERSION" val="1.0"/>
  <p:tag name="KSO_WM_SLIDE_LAYOUT" val="a_d"/>
  <p:tag name="KSO_WM_SLIDE_LAYOUT_CNT" val="1_1"/>
  <p:tag name="KSO_WM_CHIP_GROUPID" val="5ed745afafe44fab1839bd05"/>
  <p:tag name="KSO_WM_SLIDE_BACKGROUND_TYPE" val="general"/>
  <p:tag name="KSO_WM_SLIDE_SUPPORT_FEATURE_TYPE" val="3"/>
  <p:tag name="KSO_WM_TEMPLATE_ASSEMBLE_XID" val="60656e6e4054ed1e2fb7f895"/>
  <p:tag name="KSO_WM_TEMPLATE_ASSEMBLE_GROUPID" val="60656e6e4054ed1e2fb7f89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0840_1*i*1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0},&quot;ReferentInfo&quot;:{&quot;Id&quot;:&quot;716ced2ee7e6474f8aacdbb9c72cad7c&quot;,&quot;X&quot;:{&quot;Pos&quot;:1},&quot;Y&quot;:{&quot;Pos&quot;:2}},&quot;whChangeMode&quot;:0}"/>
  <p:tag name="KSO_WM_UNIT_DEC_AREA_ID" val="646930392be847aba92d61b42163b518"/>
  <p:tag name="KSO_WM_CHIP_GROUPID" val="5ed745afafe44fab1839bd05"/>
  <p:tag name="KSO_WM_CHIP_XID" val="5ed21bffdaf2e53b70be3ec4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0"/>
  <p:tag name="KSO_WM_TEMPLATE_ASSEMBLE_XID" val="60656e6e4054ed1e2fb7f895"/>
  <p:tag name="KSO_WM_TEMPLATE_ASSEMBLE_GROUPID" val="60656e6e4054ed1e2fb7f89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0840_1*i*2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2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DEC_AREA_ID" val="51fc2a00958e4110a7400cf7c5fb9b10"/>
  <p:tag name="KSO_WM_CHIP_GROUPID" val="5ed745afafe44fab1839bd05"/>
  <p:tag name="KSO_WM_CHIP_XID" val="5ed21bffdaf2e53b70be3ec4"/>
  <p:tag name="KSO_WM_UNIT_LINE_FORE_SCHEMECOLOR_INDEX_BRIGHTNESS" val="-0.15"/>
  <p:tag name="KSO_WM_UNIT_LINE_FORE_SCHEMECOLOR_INDEX" val="14"/>
  <p:tag name="KSO_WM_UNIT_LINE_FILL_TYPE" val="2"/>
  <p:tag name="KSO_WM_UNIT_VALUE" val="738"/>
  <p:tag name="KSO_WM_TEMPLATE_ASSEMBLE_XID" val="60656e6e4054ed1e2fb7f895"/>
  <p:tag name="KSO_WM_TEMPLATE_ASSEMBLE_GROUPID" val="60656e6e4054ed1e2fb7f89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0840_1*a*1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716ced2ee7e6474f8aacdbb9c72cad7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a67ab0ad37046f496aac1cde81383e4"/>
  <p:tag name="KSO_WM_UNIT_TEXT_FILL_FORE_SCHEMECOLOR_INDEX_BRIGHTNESS" val="0"/>
  <p:tag name="KSO_WM_UNIT_TEXT_FILL_FORE_SCHEMECOLOR_INDEX" val="13"/>
  <p:tag name="KSO_WM_UNIT_TEXT_FILL_TYPE" val="1"/>
  <p:tag name="KSO_WM_TEMPLATE_ASSEMBLE_XID" val="60656e6e4054ed1e2fb7f895"/>
  <p:tag name="KSO_WM_TEMPLATE_ASSEMBLE_GROUPID" val="60656e6e4054ed1e2fb7f89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8967_10*l_h_f*1_2_1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TEXT_FILL_FORE_SCHEMECOLOR_INDEX_BRIGHTNESS" val="0.25"/>
  <p:tag name="KSO_WM_UNIT_TEXT_FILL_FORE_SCHEMECOLOR_INDEX" val="13"/>
  <p:tag name="KSO_WM_UNIT_TEXT_FILL_TYPE" val="1"/>
  <p:tag name="KSO_WM_UNIT_VALUE" val="20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8967_10*l_h_i*1_2_2"/>
  <p:tag name="KSO_WM_TEMPLATE_CATEGORY" val="diagram"/>
  <p:tag name="KSO_WM_TEMPLATE_INDEX" val="20218967"/>
  <p:tag name="KSO_WM_UNIT_LAYERLEVEL" val="1_1_1"/>
  <p:tag name="KSO_WM_TAG_VERSION" val="1.0"/>
  <p:tag name="KSO_WM_CHIP_GROUPID" val="60a387b0e61189fbc45e1e36"/>
  <p:tag name="KSO_WM_CHIP_XID" val="60a387b0e61189fbc45e1e37"/>
  <p:tag name="KSO_WM_ASSEMBLE_CHIP_INDEX" val="5062a269268f4b2298ad27e08191c67b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4"/>
  <p:tag name="KSO_WM_UNIT_USESOURCEFORMAT_APPLY" val="0"/>
  <p:tag name="KSO_WM_DIAGRAM_VIRTUALLY_FRAME" val="{&quot;height&quot;:235.22511811023622,&quot;left&quot;:66.73566929133858,&quot;top&quot;:141.5,&quot;width&quot;:573.1285826771654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topBottom&quot;},{&quot;bottom&quot;:0,&quot;bottomAbs&quot;:false,&quot;left&quot;:0,&quot;leftAbs&quot;:false,&quot;right&quot;:0,&quot;rightAbs&quot;:false,&quot;top&quot;:0,&quot;topAbs&quot;:false,&quot;type&quot;:&quot;general&quot;}],&quot;id&quot;:&quot;2021-04-01T15:45:17&quot;,&quot;maxSize&quot;:{&quot;size1&quot;:52.39874406743933},&quot;minSize&quot;:{&quot;size1&quot;:52.39874406743933},&quot;normalSize&quot;:{&quot;size1&quot;:52.39874406743933},&quot;subLayout&quot;:[{&quot;backgroundInfo&quot;:[{&quot;bottom&quot;:0,&quot;bottomAbs&quot;:false,&quot;left&quot;:0,&quot;leftAbs&quot;:false,&quot;right&quot;:0,&quot;rightAbs&quot;:false,&quot;top&quot;:0,&quot;topAbs&quot;:false,&quot;type&quot;:&quot;topBottom&quot;}],&quot;direction&quot;:1,&quot;id&quot;:&quot;2021-04-01T15:45:17&quot;,&quot;maxSize&quot;:{&quot;size1&quot;:36.299778871206215},&quot;minSize&quot;:{&quot;size1&quot;:36.299778871206215},&quot;normalSize&quot;:{&quot;size1&quot;:36.299778871206215},&quot;subLayout&quot;:[{&quot;id&quot;:&quot;2021-04-01T15:45:17&quot;,&quot;margin&quot;:{&quot;bottom&quot;:1.2699999809265137,&quot;left&quot;:1.9049999713897705,&quot;right&quot;:0.01950000412762165,&quot;top&quot;:1.6929999589920044},&quot;type&quot;:0},{&quot;id&quot;:&quot;2021-04-01T15:45:17&quot;,&quot;margin&quot;:{&quot;bottom&quot;:1.2699999809265137,&quot;left&quot;:2.8380000591278076,&quot;right&quot;:1.9049999713897705,&quot;top&quot;:1.6929999589920044},&quot;type&quot;:0}],&quot;type&quot;:0},{&quot;id&quot;:&quot;2021-04-01T15:45:17&quot;,&quot;margin&quot;:{&quot;bottom&quot;:1.2699999809265137,&quot;left&quot;:1.9049999713897705,&quot;right&quot;:1.9049999713897705,&quot;top&quot;:1.243999719619751},&quot;maxSize&quot;:{&quot;size1&quot;:48.24633346316019},&quot;minSize&quot;:{&quot;size1&quot;:32.346333463160185},&quot;normalSize&quot;:{&quot;size1&quot;:32.346333463160185},&quot;subLayout&quot;:[{&quot;id&quot;:&quot;2021-04-01T15:45:17&quot;,&quot;margin&quot;:{&quot;bottom&quot;:0.04692952707409859,&quot;left&quot;:1.9049999713897705,&quot;right&quot;:1.9049999713897705,&quot;top&quot;:1.243999719619751},&quot;type&quot;:0},{&quot;id&quot;:&quot;2021-04-01T15:45:17&quot;,&quot;margin&quot;:{&quot;bottom&quot;:1.2699999809265137,&quot;left&quot;:1.9049999713897705,&quot;right&quot;:1.9049999713897705,&quot;top&quot;:0.14886172115802765},&quot;type&quot;:0}],&quot;type&quot;:0}],&quot;type&quot;:0}"/>
  <p:tag name="KSO_WM_SLIDE_BACKGROUND" val="[&quot;topBottom&quot;,&quot;general&quot;]"/>
  <p:tag name="KSO_WM_SLIDE_RATIO" val="1.777778"/>
  <p:tag name="KSO_WM_CHIP_INFOS" val="{&quot;layout_type&quot;:&quot;topbottom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2623fbae9cb342deb2e63de9920343ca&quot;,&quot;fill_align&quot;:&quot;cm&quot;,&quot;text_align&quot;:&quot;lm&quot;,&quot;text_direction&quot;:&quot;horizontal&quot;,&quot;chip_types&quot;:[&quot;text&quot;]},{&quot;fill_id&quot;:&quot;923eda3c9a7147f88a854d0ecb9d3c2c&quot;,&quot;fill_align&quot;:&quot;cm&quot;,&quot;text_align&quot;:&quot;lm&quot;,&quot;text_direction&quot;:&quot;horizontal&quot;,&quot;chip_types&quot;:[&quot;text&quot;]},{&quot;fill_id&quot;:&quot;b368be2beeae45e781c0c4103b993dd9&quot;,&quot;fill_align&quot;:&quot;cm&quot;,&quot;text_align&quot;:&quot;lm&quot;,&quot;text_direction&quot;:&quot;horizontal&quot;,&quot;chip_types&quot;:[&quot;text&quot;,&quot;picture&quot;,&quot;chart&quot;,&quot;table&quot;]}],[{&quot;fill_id&quot;:&quot;2623fbae9cb342deb2e63de9920343ca&quot;,&quot;fill_align&quot;:&quot;cm&quot;,&quot;text_align&quot;:&quot;cm&quot;,&quot;text_direction&quot;:&quot;horizontal&quot;,&quot;chip_types&quot;:[&quot;header&quot;]},{&quot;fill_id&quot;:&quot;923eda3c9a7147f88a854d0ecb9d3c2c&quot;,&quot;fill_align&quot;:&quot;cm&quot;,&quot;text_align&quot;:&quot;lm&quot;,&quot;text_direction&quot;:&quot;horizontal&quot;,&quot;chip_types&quot;:[&quot;text&quot;]},{&quot;fill_id&quot;:&quot;b368be2beeae45e781c0c4103b993dd9&quot;,&quot;fill_align&quot;:&quot;cm&quot;,&quot;text_align&quot;:&quot;lm&quot;,&quot;text_direction&quot;:&quot;horizontal&quot;,&quot;chip_types&quot;:[&quot;text&quot;,&quot;picture&quot;,&quot;chart&quot;,&quot;table&quot;]}]]"/>
  <p:tag name="KSO_WM_SLIDE_ID" val="diagram20214267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15.954*108.7"/>
  <p:tag name="KSO_WM_SLIDE_POSITION" val="72.0005*359.303"/>
  <p:tag name="KSO_WM_TAG_VERSION" val="1.0"/>
  <p:tag name="KSO_WM_BEAUTIFY_FLAG" val="#wm#"/>
  <p:tag name="KSO_WM_TEMPLATE_CATEGORY" val="diagram"/>
  <p:tag name="KSO_WM_TEMPLATE_INDEX" val="20214267"/>
  <p:tag name="KSO_WM_SLIDE_LAYOUT" val="f_h"/>
  <p:tag name="KSO_WM_SLIDE_LAYOUT_CNT" val="2_1"/>
  <p:tag name="KSO_WM_CHIP_XID" val="5f310ce29c36e2348c3ef66c"/>
  <p:tag name="KSO_WM_SLIDE_CAN_ADD_NAVIGATION" val="1"/>
  <p:tag name="KSO_WM_CHIP_GROUPID" val="5f310ce29c36e2348c3ef66b"/>
  <p:tag name="KSO_WM_SLIDE_BK_DARK_LIGHT" val="2"/>
  <p:tag name="KSO_WM_SLIDE_BACKGROUND_TYPE" val="topBottom"/>
  <p:tag name="KSO_WM_SLIDE_SUPPORT_FEATURE_TYPE" val="0"/>
  <p:tag name="KSO_WM_TEMPLATE_ASSEMBLE_XID" val="60656f6b4054ed1e2fb809b5"/>
  <p:tag name="KSO_WM_TEMPLATE_ASSEMBLE_GROUPID" val="60656f6b4054ed1e2fb809b5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5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  <p:tag name="KSO_WM_SLIDE_BK_DARK_LIGHT" val="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4267_1*f*1"/>
  <p:tag name="KSO_WM_TEMPLATE_CATEGORY" val="diagram"/>
  <p:tag name="KSO_WM_TEMPLATE_INDEX" val="2021426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5"/>
  <p:tag name="KSO_WM_UNIT_SHOW_EDIT_AREA_INDICATION" val="1"/>
  <p:tag name="KSO_WM_CHIP_GROUPID" val="5e6b05596848fb12bee65ac8"/>
  <p:tag name="KSO_WM_CHIP_XID" val="5e6b05596848fb12bee65aca"/>
  <p:tag name="KSO_WM_UNIT_DEC_AREA_ID" val="8f4184cfb2d8434e89a85e4d7092915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23f15188ca9459f935599d47e0c2236"/>
  <p:tag name="KSO_WM_UNIT_TEXT_FILL_FORE_SCHEMECOLOR_INDEX_BRIGHTNESS" val="0.25"/>
  <p:tag name="KSO_WM_UNIT_TEXT_FILL_FORE_SCHEMECOLOR_INDEX" val="13"/>
  <p:tag name="KSO_WM_UNIT_TEXT_FILL_TYPE" val="1"/>
  <p:tag name="KSO_WM_TEMPLATE_ASSEMBLE_XID" val="60656f6b4054ed1e2fb809b5"/>
  <p:tag name="KSO_WM_TEMPLATE_ASSEMBLE_GROUPID" val="60656f6b4054ed1e2fb809b5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14267_1*f*2"/>
  <p:tag name="KSO_WM_TEMPLATE_CATEGORY" val="diagram"/>
  <p:tag name="KSO_WM_TEMPLATE_INDEX" val="2021426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0"/>
  <p:tag name="KSO_WM_UNIT_SHOW_EDIT_AREA_INDICATION" val="1"/>
  <p:tag name="KSO_WM_CHIP_GROUPID" val="5e6b05596848fb12bee65ac8"/>
  <p:tag name="KSO_WM_CHIP_XID" val="5e6b05596848fb12bee65aca"/>
  <p:tag name="KSO_WM_UNIT_DEC_AREA_ID" val="2c8c08e74338456aa90ffaf8973e839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040a20d47e64bd2874bbcff3cbabc4a"/>
  <p:tag name="KSO_WM_UNIT_TEXT_FILL_FORE_SCHEMECOLOR_INDEX_BRIGHTNESS" val="0.25"/>
  <p:tag name="KSO_WM_UNIT_TEXT_FILL_FORE_SCHEMECOLOR_INDEX" val="13"/>
  <p:tag name="KSO_WM_UNIT_TEXT_FILL_TYPE" val="1"/>
  <p:tag name="KSO_WM_TEMPLATE_ASSEMBLE_XID" val="60656f6b4054ed1e2fb809b5"/>
  <p:tag name="KSO_WM_TEMPLATE_ASSEMBLE_GROUPID" val="60656f6b4054ed1e2fb809b5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14267_1*f*2"/>
  <p:tag name="KSO_WM_TEMPLATE_CATEGORY" val="diagram"/>
  <p:tag name="KSO_WM_TEMPLATE_INDEX" val="2021426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0"/>
  <p:tag name="KSO_WM_UNIT_SHOW_EDIT_AREA_INDICATION" val="1"/>
  <p:tag name="KSO_WM_CHIP_GROUPID" val="5e6b05596848fb12bee65ac8"/>
  <p:tag name="KSO_WM_CHIP_XID" val="5e6b05596848fb12bee65aca"/>
  <p:tag name="KSO_WM_UNIT_DEC_AREA_ID" val="2c8c08e74338456aa90ffaf8973e839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040a20d47e64bd2874bbcff3cbabc4a"/>
  <p:tag name="KSO_WM_UNIT_TEXT_FILL_FORE_SCHEMECOLOR_INDEX_BRIGHTNESS" val="0.25"/>
  <p:tag name="KSO_WM_UNIT_TEXT_FILL_FORE_SCHEMECOLOR_INDEX" val="13"/>
  <p:tag name="KSO_WM_UNIT_TEXT_FILL_TYPE" val="1"/>
  <p:tag name="KSO_WM_TEMPLATE_ASSEMBLE_XID" val="60656f6b4054ed1e2fb809b5"/>
  <p:tag name="KSO_WM_TEMPLATE_ASSEMBLE_GROUPID" val="60656f6b4054ed1e2fb809b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INDEX" val="20208748"/>
  <p:tag name="KSO_WM_TAG_VERSION" val="1.0"/>
  <p:tag name="KSO_WM_SLIDE_INDEX" val="1"/>
  <p:tag name="KSO_WM_SLIDE_ITEM_CNT" val="0"/>
  <p:tag name="KSO_WM_SLIDE_LAYOUT" val="d"/>
  <p:tag name="KSO_WM_SLIDE_LAYOUT_CNT" val="1"/>
  <p:tag name="KSO_WM_SLIDE_TYPE" val="text"/>
  <p:tag name="KSO_WM_BEAUTIFY_FLAG" val="#wm#"/>
  <p:tag name="KSO_WM_SLIDE_POSITION" val="96*21"/>
  <p:tag name="KSO_WM_SLIDE_SIZE" val="745*497"/>
  <p:tag name="KSO_WM_SLIDE_SUBTYPE" val="picTxt"/>
  <p:tag name="KSO_WM_TEMPLATE_CATEGORY" val="diagram"/>
  <p:tag name="KSO_WM_SLIDE_ID" val="diagram20208748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5-08-19T09:44:15&quot;,&quot;maxSize&quot;:{&quot;size1&quot;:2.2101821214236597},&quot;minSize&quot;:{&quot;size1&quot;:2.2101821214236597},&quot;normalSize&quot;:{&quot;size1&quot;:2.2101821214236597},&quot;subLayout&quot;:[{&quot;id&quot;:&quot;2025-08-19T09:44:15&quot;,&quot;type&quot;:0},{&quot;id&quot;:&quot;2025-08-19T09:44:15&quot;,&quot;margin&quot;:{&quot;bottom&quot;:1.9049999713897705,&quot;left&quot;:5.87399959564209,&quot;right&quot;:3.9690001010894775,&quot;top&quot;:1.4819999933242798},&quot;type&quot;:0}],&quot;type&quot;:0}"/>
  <p:tag name="KSO_WM_SLIDE_BACKGROUND" val="[&quot;general&quot;]"/>
  <p:tag name="KSO_WM_SLIDE_RATIO" val="1.777778"/>
  <p:tag name="KSO_WM_TEMPLATE_SUBCATEGORY" val="21"/>
  <p:tag name="KSO_WM_TEMPLATE_MASTER_TYPE" val="0"/>
  <p:tag name="KSO_WM_TEMPLATE_COLOR_TYPE" val="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features&quot;:[&quot;collage&quot;,&quot;creativecrop&quot;],&quot;support_big_font&quot;:false,&quot;picture_toward&quot;:0,&quot;picture_dockside&quot;:[],&quot;fill_id&quot;:&quot;e67e989b68da4f0993f21a8c58b40ec1&quot;,&quot;fill_align&quot;:&quot;cm&quot;,&quot;chip_types&quot;:[&quot;pictext&quot;,&quot;text&quot;,&quot;picture&quot;,&quot;chart&quot;,&quot;table&quot;,&quot;video&quot;]}]]"/>
  <p:tag name="KSO_WM_CHIP_XID" val="5ef0a3f7978989e612c8e89c"/>
  <p:tag name="KSO_WM_SLIDE_CAN_ADD_NAVIGATION" val="1"/>
  <p:tag name="KSO_WM_CHIP_DECFILLPROP" val="[]"/>
  <p:tag name="KSO_WM_CHIP_GROUPID" val="5ef0a3f7978989e612c8e89b"/>
  <p:tag name="KSO_WM_SLIDE_BACKGROUND_TYPE" val="general"/>
  <p:tag name="KSO_WM_SLIDE_SUPPORT_FEATURE_TYPE" val="5"/>
  <p:tag name="KSO_WM_TEMPLATE_ASSEMBLE_XID" val="60656e7c4054ed1e2fb7f9c2"/>
  <p:tag name="KSO_WM_TEMPLATE_ASSEMBLE_GROUPID" val="60656e7c4054ed1e2fb7f9c2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8997"/>
  <p:tag name="KSO_WM_TAG_VERSION" val="1.0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BEAUTIFY_FLAG" val="#wm#"/>
  <p:tag name="KSO_WM_UNIT_ID" val="custom20188997_1*a*1"/>
  <p:tag name="KSO_WM_UNIT_PRESET_TEXT" val="毕业论文答辩模版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1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61.6123922213218,&quot;left&quot;:41.10228346456692,&quot;top&quot;:71.84866141732284,&quot;width&quot;:757.2140944881891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1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1.6123922213218,&quot;left&quot;:41.10228346456692,&quot;top&quot;:71.84866141732284,&quot;width&quot;:757.214094488189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0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INDEX" val="20208748"/>
  <p:tag name="KSO_WM_TAG_VERSION" val="1.0"/>
  <p:tag name="KSO_WM_SLIDE_INDEX" val="1"/>
  <p:tag name="KSO_WM_SLIDE_ITEM_CNT" val="0"/>
  <p:tag name="KSO_WM_SLIDE_LAYOUT" val="d"/>
  <p:tag name="KSO_WM_SLIDE_LAYOUT_CNT" val="1"/>
  <p:tag name="KSO_WM_SLIDE_TYPE" val="text"/>
  <p:tag name="KSO_WM_BEAUTIFY_FLAG" val="#wm#"/>
  <p:tag name="KSO_WM_SLIDE_POSITION" val="96*21"/>
  <p:tag name="KSO_WM_SLIDE_SIZE" val="745*497"/>
  <p:tag name="KSO_WM_SLIDE_SUBTYPE" val="picTxt"/>
  <p:tag name="KSO_WM_TEMPLATE_CATEGORY" val="diagram"/>
  <p:tag name="KSO_WM_SLIDE_ID" val="diagram20208748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5-08-19T09:44:15&quot;,&quot;maxSize&quot;:{&quot;size1&quot;:2.2101821214236597},&quot;minSize&quot;:{&quot;size1&quot;:2.2101821214236597},&quot;normalSize&quot;:{&quot;size1&quot;:2.2101821214236597},&quot;subLayout&quot;:[{&quot;id&quot;:&quot;2025-08-19T09:44:15&quot;,&quot;type&quot;:0},{&quot;id&quot;:&quot;2025-08-19T09:44:15&quot;,&quot;margin&quot;:{&quot;bottom&quot;:1.9049999713897705,&quot;left&quot;:5.87399959564209,&quot;right&quot;:3.9690001010894775,&quot;top&quot;:1.4819999933242798},&quot;type&quot;:0}],&quot;type&quot;:0}"/>
  <p:tag name="KSO_WM_SLIDE_BACKGROUND" val="[&quot;general&quot;]"/>
  <p:tag name="KSO_WM_SLIDE_RATIO" val="1.777778"/>
  <p:tag name="KSO_WM_TEMPLATE_SUBCATEGORY" val="21"/>
  <p:tag name="KSO_WM_TEMPLATE_MASTER_TYPE" val="0"/>
  <p:tag name="KSO_WM_TEMPLATE_COLOR_TYPE" val="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features&quot;:[&quot;collage&quot;,&quot;creativecrop&quot;],&quot;support_big_font&quot;:false,&quot;picture_toward&quot;:0,&quot;picture_dockside&quot;:[],&quot;fill_id&quot;:&quot;e67e989b68da4f0993f21a8c58b40ec1&quot;,&quot;fill_align&quot;:&quot;cm&quot;,&quot;chip_types&quot;:[&quot;pictext&quot;,&quot;text&quot;,&quot;picture&quot;,&quot;chart&quot;,&quot;table&quot;,&quot;video&quot;]}]]"/>
  <p:tag name="KSO_WM_CHIP_XID" val="5ef0a3f7978989e612c8e89c"/>
  <p:tag name="KSO_WM_SLIDE_CAN_ADD_NAVIGATION" val="1"/>
  <p:tag name="KSO_WM_CHIP_DECFILLPROP" val="[]"/>
  <p:tag name="KSO_WM_CHIP_GROUPID" val="5ef0a3f7978989e612c8e89b"/>
  <p:tag name="KSO_WM_SLIDE_BACKGROUND_TYPE" val="general"/>
  <p:tag name="KSO_WM_SLIDE_SUPPORT_FEATURE_TYPE" val="5"/>
  <p:tag name="KSO_WM_TEMPLATE_ASSEMBLE_XID" val="60656e7c4054ed1e2fb7f9c2"/>
  <p:tag name="KSO_WM_TEMPLATE_ASSEMBLE_GROUPID" val="60656e7c4054ed1e2fb7f9c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8997"/>
  <p:tag name="KSO_WM_TAG_VERSION" val="1.0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BEAUTIFY_FLAG" val="#wm#"/>
  <p:tag name="KSO_WM_UNIT_ID" val="custom20188997_1*a*1"/>
  <p:tag name="KSO_WM_UNIT_PRESET_TEXT" val="毕业论文答辩模版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1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61.6123922213218,&quot;left&quot;:41.10228346456692,&quot;top&quot;:71.84866141732284,&quot;width&quot;:757.2140944881891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1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1.6123922213218,&quot;left&quot;:41.10228346456692,&quot;top&quot;:71.84866141732284,&quot;width&quot;:757.214094488189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0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INDEX" val="20208748"/>
  <p:tag name="KSO_WM_TAG_VERSION" val="1.0"/>
  <p:tag name="KSO_WM_SLIDE_INDEX" val="1"/>
  <p:tag name="KSO_WM_SLIDE_ITEM_CNT" val="0"/>
  <p:tag name="KSO_WM_SLIDE_LAYOUT" val="d"/>
  <p:tag name="KSO_WM_SLIDE_LAYOUT_CNT" val="1"/>
  <p:tag name="KSO_WM_SLIDE_TYPE" val="text"/>
  <p:tag name="KSO_WM_BEAUTIFY_FLAG" val="#wm#"/>
  <p:tag name="KSO_WM_SLIDE_POSITION" val="96*21"/>
  <p:tag name="KSO_WM_SLIDE_SIZE" val="745*497"/>
  <p:tag name="KSO_WM_SLIDE_SUBTYPE" val="picTxt"/>
  <p:tag name="KSO_WM_TEMPLATE_CATEGORY" val="diagram"/>
  <p:tag name="KSO_WM_SLIDE_ID" val="diagram20208748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5-08-19T09:44:15&quot;,&quot;maxSize&quot;:{&quot;size1&quot;:2.2101821214236597},&quot;minSize&quot;:{&quot;size1&quot;:2.2101821214236597},&quot;normalSize&quot;:{&quot;size1&quot;:2.2101821214236597},&quot;subLayout&quot;:[{&quot;id&quot;:&quot;2025-08-19T09:44:15&quot;,&quot;type&quot;:0},{&quot;id&quot;:&quot;2025-08-19T09:44:15&quot;,&quot;margin&quot;:{&quot;bottom&quot;:1.9049999713897705,&quot;left&quot;:5.87399959564209,&quot;right&quot;:3.9690001010894775,&quot;top&quot;:1.4819999933242798},&quot;type&quot;:0}],&quot;type&quot;:0}"/>
  <p:tag name="KSO_WM_SLIDE_BACKGROUND" val="[&quot;general&quot;]"/>
  <p:tag name="KSO_WM_SLIDE_RATIO" val="1.777778"/>
  <p:tag name="KSO_WM_TEMPLATE_SUBCATEGORY" val="21"/>
  <p:tag name="KSO_WM_TEMPLATE_MASTER_TYPE" val="0"/>
  <p:tag name="KSO_WM_TEMPLATE_COLOR_TYPE" val="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features&quot;:[&quot;collage&quot;,&quot;creativecrop&quot;],&quot;support_big_font&quot;:false,&quot;picture_toward&quot;:0,&quot;picture_dockside&quot;:[],&quot;fill_id&quot;:&quot;e67e989b68da4f0993f21a8c58b40ec1&quot;,&quot;fill_align&quot;:&quot;cm&quot;,&quot;chip_types&quot;:[&quot;pictext&quot;,&quot;text&quot;,&quot;picture&quot;,&quot;chart&quot;,&quot;table&quot;,&quot;video&quot;]}]]"/>
  <p:tag name="KSO_WM_CHIP_XID" val="5ef0a3f7978989e612c8e89c"/>
  <p:tag name="KSO_WM_SLIDE_CAN_ADD_NAVIGATION" val="1"/>
  <p:tag name="KSO_WM_CHIP_DECFILLPROP" val="[]"/>
  <p:tag name="KSO_WM_CHIP_GROUPID" val="5ef0a3f7978989e612c8e89b"/>
  <p:tag name="KSO_WM_SLIDE_BACKGROUND_TYPE" val="general"/>
  <p:tag name="KSO_WM_SLIDE_SUPPORT_FEATURE_TYPE" val="5"/>
  <p:tag name="KSO_WM_TEMPLATE_ASSEMBLE_XID" val="60656e7c4054ed1e2fb7f9c2"/>
  <p:tag name="KSO_WM_TEMPLATE_ASSEMBLE_GROUPID" val="60656e7c4054ed1e2fb7f9c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2071D3"/>
      </a:accent1>
      <a:accent2>
        <a:srgbClr val="1C69BD"/>
      </a:accent2>
      <a:accent3>
        <a:srgbClr val="1862A7"/>
      </a:accent3>
      <a:accent4>
        <a:srgbClr val="287583"/>
      </a:accent4>
      <a:accent5>
        <a:srgbClr val="4DA452"/>
      </a:accent5>
      <a:accent6>
        <a:srgbClr val="71D320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537</Words>
  <Application>Microsoft Office PowerPoint</Application>
  <PresentationFormat>全屏显示(4:3)</PresentationFormat>
  <Paragraphs>124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微软雅黑</vt:lpstr>
      <vt:lpstr>Arial</vt:lpstr>
      <vt:lpstr>Calibri</vt:lpstr>
      <vt:lpstr>Wingdings</vt:lpstr>
      <vt:lpstr>Office Theme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ZhangZib1</dc:creator>
  <dc:description>generated using python-pptx</dc:description>
  <cp:lastModifiedBy>荣 马</cp:lastModifiedBy>
  <cp:revision>43</cp:revision>
  <cp:lastPrinted>2025-08-19T12:19:39Z</cp:lastPrinted>
  <dcterms:created xsi:type="dcterms:W3CDTF">2013-01-27T09:14:00Z</dcterms:created>
  <dcterms:modified xsi:type="dcterms:W3CDTF">2025-08-19T12:24:35Z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7678AC432A464AFC8DFEDE330A39CBF2_13</vt:lpwstr>
  </property>
  <property fmtid="{D5CDD505-2E9C-101B-9397-08002B2CF9AE}" pid="3" name="KSOProductBuildVer">
    <vt:lpwstr>2052-12.1.0.22529</vt:lpwstr>
  </property>
</Properties>
</file>